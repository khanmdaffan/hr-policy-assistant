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6.jpg" ContentType="image/jpeg"/>
  <Override PartName="/ppt/media/image2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B6ED8-7FF6-4DE2-8A8D-8949197DE569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77238-73D9-4E82-96B9-1E43C4B963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4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77238-73D9-4E82-96B9-1E43C4B9635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427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8E8E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F60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8E8E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F60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8E8E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F60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8E8E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8E8E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535" y="0"/>
            <a:ext cx="11908464" cy="66292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86325" y="1913636"/>
            <a:ext cx="341934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4F60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0254" y="1179575"/>
            <a:ext cx="9849485" cy="4516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00661" y="6405469"/>
            <a:ext cx="238125" cy="164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8E8E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20" y="711708"/>
              <a:ext cx="3377184" cy="9753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8180" y="1537789"/>
              <a:ext cx="7703820" cy="50443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5027" y="196595"/>
            <a:ext cx="10793095" cy="6464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4295"/>
              </a:lnSpc>
            </a:pPr>
            <a:r>
              <a:rPr sz="3600" spc="35" dirty="0">
                <a:solidFill>
                  <a:srgbClr val="2F2F2C"/>
                </a:solidFill>
                <a:latin typeface="Tahoma"/>
                <a:cs typeface="Tahoma"/>
              </a:rPr>
              <a:t>About</a:t>
            </a:r>
            <a:r>
              <a:rPr sz="3600" spc="-13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15" dirty="0">
                <a:solidFill>
                  <a:srgbClr val="2F2F2C"/>
                </a:solidFill>
                <a:latin typeface="Tahoma"/>
                <a:cs typeface="Tahoma"/>
              </a:rPr>
              <a:t>Startek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377" y="1244346"/>
            <a:ext cx="10887710" cy="3774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2F2F2C"/>
                </a:solidFill>
                <a:latin typeface="Verdana"/>
                <a:cs typeface="Verdana"/>
              </a:rPr>
              <a:t>Welcome</a:t>
            </a:r>
            <a:r>
              <a:rPr sz="1600" b="1" spc="-2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rgbClr val="2F2F2C"/>
                </a:solidFill>
                <a:latin typeface="Verdana"/>
                <a:cs typeface="Verdana"/>
              </a:rPr>
              <a:t>to</a:t>
            </a:r>
            <a:r>
              <a:rPr sz="1600" b="1" spc="-3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2F2F2C"/>
                </a:solidFill>
                <a:latin typeface="Verdana"/>
                <a:cs typeface="Verdana"/>
              </a:rPr>
              <a:t>Startek,</a:t>
            </a:r>
            <a:r>
              <a:rPr sz="1600" b="1" spc="-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rgbClr val="2F2F2C"/>
                </a:solidFill>
                <a:latin typeface="Verdana"/>
                <a:cs typeface="Verdana"/>
              </a:rPr>
              <a:t>we’re</a:t>
            </a:r>
            <a:r>
              <a:rPr sz="1600" b="1" spc="-10" dirty="0">
                <a:solidFill>
                  <a:srgbClr val="2F2F2C"/>
                </a:solidFill>
                <a:latin typeface="Verdana"/>
                <a:cs typeface="Verdana"/>
              </a:rPr>
              <a:t> delighted</a:t>
            </a:r>
            <a:r>
              <a:rPr sz="1600" b="1" spc="2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rgbClr val="2F2F2C"/>
                </a:solidFill>
                <a:latin typeface="Verdana"/>
                <a:cs typeface="Verdana"/>
              </a:rPr>
              <a:t>that</a:t>
            </a:r>
            <a:r>
              <a:rPr sz="1600" b="1" spc="-3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2F2F2C"/>
                </a:solidFill>
                <a:latin typeface="Verdana"/>
                <a:cs typeface="Verdana"/>
              </a:rPr>
              <a:t>you</a:t>
            </a:r>
            <a:r>
              <a:rPr sz="1600" b="1" spc="-5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2F2F2C"/>
                </a:solidFill>
                <a:latin typeface="Verdana"/>
                <a:cs typeface="Verdana"/>
              </a:rPr>
              <a:t>have</a:t>
            </a:r>
            <a:r>
              <a:rPr sz="1600" b="1" spc="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2F2F2C"/>
                </a:solidFill>
                <a:latin typeface="Verdana"/>
                <a:cs typeface="Verdana"/>
              </a:rPr>
              <a:t>chosen </a:t>
            </a:r>
            <a:r>
              <a:rPr sz="1600" b="1" spc="-5" dirty="0">
                <a:solidFill>
                  <a:srgbClr val="2F2F2C"/>
                </a:solidFill>
                <a:latin typeface="Verdana"/>
                <a:cs typeface="Verdana"/>
              </a:rPr>
              <a:t>to</a:t>
            </a:r>
            <a:r>
              <a:rPr sz="1600" b="1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rgbClr val="2F2F2C"/>
                </a:solidFill>
                <a:latin typeface="Verdana"/>
                <a:cs typeface="Verdana"/>
              </a:rPr>
              <a:t>join</a:t>
            </a:r>
            <a:r>
              <a:rPr sz="1600" b="1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5" dirty="0">
                <a:solidFill>
                  <a:srgbClr val="2F2F2C"/>
                </a:solidFill>
                <a:latin typeface="Verdana"/>
                <a:cs typeface="Verdana"/>
              </a:rPr>
              <a:t>our</a:t>
            </a:r>
            <a:r>
              <a:rPr sz="1600" b="1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b="1" spc="-15" dirty="0">
                <a:solidFill>
                  <a:srgbClr val="2F2F2C"/>
                </a:solidFill>
                <a:latin typeface="Verdana"/>
                <a:cs typeface="Verdana"/>
              </a:rPr>
              <a:t>team!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Verdana"/>
              <a:cs typeface="Verdana"/>
            </a:endParaRPr>
          </a:p>
          <a:p>
            <a:pPr marL="12700" marR="497840" algn="just">
              <a:lnSpc>
                <a:spcPct val="99100"/>
              </a:lnSpc>
              <a:spcBef>
                <a:spcPts val="5"/>
              </a:spcBef>
            </a:pP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As</a:t>
            </a:r>
            <a:r>
              <a:rPr sz="1600" spc="19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</a:t>
            </a:r>
            <a:r>
              <a:rPr sz="1600" spc="18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Startek</a:t>
            </a:r>
            <a:r>
              <a:rPr sz="1600" spc="2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associate,</a:t>
            </a:r>
            <a:r>
              <a:rPr sz="1600" spc="18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you</a:t>
            </a:r>
            <a:r>
              <a:rPr sz="1600" spc="2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are</a:t>
            </a:r>
            <a:r>
              <a:rPr sz="1600" spc="18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one</a:t>
            </a:r>
            <a:r>
              <a:rPr sz="1600" spc="2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of</a:t>
            </a:r>
            <a:r>
              <a:rPr sz="1600" spc="18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</a:t>
            </a:r>
            <a:r>
              <a:rPr sz="1600" spc="19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38,000</a:t>
            </a:r>
            <a:r>
              <a:rPr sz="1600" spc="19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strong</a:t>
            </a:r>
            <a:r>
              <a:rPr sz="1600" spc="204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community</a:t>
            </a:r>
            <a:r>
              <a:rPr sz="1600" spc="17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located</a:t>
            </a:r>
            <a:r>
              <a:rPr sz="1600" spc="19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in</a:t>
            </a:r>
            <a:r>
              <a:rPr sz="1600" spc="18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12</a:t>
            </a:r>
            <a:r>
              <a:rPr sz="1600" spc="19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countries</a:t>
            </a:r>
            <a:r>
              <a:rPr sz="1600" spc="18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around </a:t>
            </a:r>
            <a:r>
              <a:rPr sz="1600" spc="-55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the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world,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 and</a:t>
            </a:r>
            <a:r>
              <a:rPr sz="1600" spc="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20,000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employees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in</a:t>
            </a:r>
            <a:r>
              <a:rPr sz="1600" spc="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India.</a:t>
            </a:r>
            <a:r>
              <a:rPr sz="1600" spc="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2F2F2C"/>
                </a:solidFill>
                <a:latin typeface="Verdana"/>
                <a:cs typeface="Verdana"/>
              </a:rPr>
              <a:t>Together,</a:t>
            </a:r>
            <a:r>
              <a:rPr sz="1600" spc="-8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we’re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2F2F2C"/>
                </a:solidFill>
                <a:latin typeface="Verdana"/>
                <a:cs typeface="Verdana"/>
              </a:rPr>
              <a:t>on</a:t>
            </a:r>
            <a:r>
              <a:rPr sz="1600" spc="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mission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2F2F2C"/>
                </a:solidFill>
                <a:latin typeface="Verdana"/>
                <a:cs typeface="Verdana"/>
              </a:rPr>
              <a:t>to</a:t>
            </a:r>
            <a:r>
              <a:rPr sz="1600" spc="-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deliver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customer 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experience</a:t>
            </a:r>
            <a:r>
              <a:rPr sz="1600" spc="-3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excellence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for</a:t>
            </a:r>
            <a:r>
              <a:rPr sz="1600" spc="-3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leading</a:t>
            </a:r>
            <a:r>
              <a:rPr sz="1600" spc="-2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2F2F2C"/>
                </a:solidFill>
                <a:latin typeface="Verdana"/>
                <a:cs typeface="Verdana"/>
              </a:rPr>
              <a:t>brands.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2F2F2C"/>
                </a:solidFill>
                <a:latin typeface="Verdana"/>
                <a:cs typeface="Verdana"/>
              </a:rPr>
              <a:t>Vision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Bringing</a:t>
            </a:r>
            <a:r>
              <a:rPr sz="1600" spc="4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brands</a:t>
            </a:r>
            <a:r>
              <a:rPr sz="1600" spc="3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across</a:t>
            </a:r>
            <a:r>
              <a:rPr sz="1600" spc="4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the</a:t>
            </a:r>
            <a:r>
              <a:rPr sz="1600" spc="2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globe</a:t>
            </a:r>
            <a:r>
              <a:rPr sz="1600" spc="2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closer</a:t>
            </a:r>
            <a:r>
              <a:rPr sz="1600" spc="4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to</a:t>
            </a:r>
            <a:r>
              <a:rPr sz="1600" spc="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their</a:t>
            </a:r>
            <a:r>
              <a:rPr sz="1600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customers</a:t>
            </a:r>
            <a:r>
              <a:rPr sz="1600" spc="6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through</a:t>
            </a:r>
            <a:r>
              <a:rPr sz="1600" spc="4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memorable,</a:t>
            </a:r>
            <a:r>
              <a:rPr sz="1600" spc="4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personalized</a:t>
            </a:r>
            <a:r>
              <a:rPr sz="1600" spc="6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experiences.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2F2F2C"/>
                </a:solidFill>
                <a:latin typeface="Verdana"/>
                <a:cs typeface="Verdana"/>
              </a:rPr>
              <a:t>Mission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Verdana"/>
              <a:cs typeface="Verdana"/>
            </a:endParaRPr>
          </a:p>
          <a:p>
            <a:pPr marL="12700" marR="106045">
              <a:lnSpc>
                <a:spcPct val="98100"/>
              </a:lnSpc>
            </a:pPr>
            <a:r>
              <a:rPr sz="1600" spc="-90" dirty="0">
                <a:solidFill>
                  <a:srgbClr val="2F2F2C"/>
                </a:solidFill>
                <a:latin typeface="Verdana"/>
                <a:cs typeface="Verdana"/>
              </a:rPr>
              <a:t>To</a:t>
            </a:r>
            <a:r>
              <a:rPr sz="1600" spc="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effectively</a:t>
            </a:r>
            <a:r>
              <a:rPr sz="1600" spc="4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combine</a:t>
            </a:r>
            <a:r>
              <a:rPr sz="1600" spc="5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people,</a:t>
            </a:r>
            <a:r>
              <a:rPr sz="1600" spc="2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technology</a:t>
            </a:r>
            <a:r>
              <a:rPr sz="1600" spc="5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and</a:t>
            </a:r>
            <a:r>
              <a:rPr sz="1600" spc="2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data</a:t>
            </a:r>
            <a:r>
              <a:rPr sz="1600" spc="2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to</a:t>
            </a:r>
            <a:r>
              <a:rPr sz="1600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deliver</a:t>
            </a:r>
            <a:r>
              <a:rPr sz="1600" spc="3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customer</a:t>
            </a:r>
            <a:r>
              <a:rPr sz="1600" spc="6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experience</a:t>
            </a:r>
            <a:r>
              <a:rPr sz="1600" spc="3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excellence</a:t>
            </a:r>
            <a:r>
              <a:rPr sz="1600" spc="4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for</a:t>
            </a:r>
            <a:r>
              <a:rPr sz="1600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F2F2C"/>
                </a:solidFill>
                <a:latin typeface="Verdana"/>
                <a:cs typeface="Verdana"/>
              </a:rPr>
              <a:t>leading </a:t>
            </a:r>
            <a:r>
              <a:rPr sz="1600" spc="-55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brands,</a:t>
            </a:r>
            <a:r>
              <a:rPr sz="1600" spc="3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creating</a:t>
            </a:r>
            <a:r>
              <a:rPr sz="1600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value</a:t>
            </a:r>
            <a:r>
              <a:rPr sz="1600" spc="2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for</a:t>
            </a:r>
            <a:r>
              <a:rPr sz="1600" spc="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our</a:t>
            </a:r>
            <a:r>
              <a:rPr sz="1600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customers,</a:t>
            </a:r>
            <a:r>
              <a:rPr sz="1600" spc="6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opportunity</a:t>
            </a:r>
            <a:r>
              <a:rPr sz="1600" spc="4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for</a:t>
            </a:r>
            <a:r>
              <a:rPr sz="1600" spc="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our</a:t>
            </a:r>
            <a:r>
              <a:rPr sz="1600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F2F2C"/>
                </a:solidFill>
                <a:latin typeface="Verdana"/>
                <a:cs typeface="Verdana"/>
              </a:rPr>
              <a:t>people</a:t>
            </a:r>
            <a:r>
              <a:rPr sz="1600" spc="2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and</a:t>
            </a:r>
            <a:r>
              <a:rPr sz="1600" spc="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profitable</a:t>
            </a:r>
            <a:r>
              <a:rPr sz="1600" spc="3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growth</a:t>
            </a:r>
            <a:r>
              <a:rPr sz="1600" spc="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for</a:t>
            </a:r>
            <a:r>
              <a:rPr sz="1600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our </a:t>
            </a:r>
            <a:r>
              <a:rPr sz="16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F2F2C"/>
                </a:solidFill>
                <a:latin typeface="Verdana"/>
                <a:cs typeface="Verdana"/>
              </a:rPr>
              <a:t>shareholders</a:t>
            </a:r>
            <a:r>
              <a:rPr sz="1600" spc="-5" dirty="0">
                <a:solidFill>
                  <a:srgbClr val="2F2F2C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2886" y="137286"/>
            <a:ext cx="6237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2F2F2C"/>
                </a:solidFill>
                <a:latin typeface="Tahoma"/>
                <a:cs typeface="Tahoma"/>
              </a:rPr>
              <a:t>Locations</a:t>
            </a:r>
            <a:r>
              <a:rPr sz="3600" spc="-8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-15" dirty="0">
                <a:solidFill>
                  <a:srgbClr val="2F2F2C"/>
                </a:solidFill>
                <a:latin typeface="Tahoma"/>
                <a:cs typeface="Tahoma"/>
              </a:rPr>
              <a:t>in</a:t>
            </a:r>
            <a:r>
              <a:rPr sz="3600" spc="-8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-20" dirty="0">
                <a:solidFill>
                  <a:srgbClr val="2F2F2C"/>
                </a:solidFill>
                <a:latin typeface="Tahoma"/>
                <a:cs typeface="Tahoma"/>
              </a:rPr>
              <a:t>India</a:t>
            </a:r>
            <a:r>
              <a:rPr sz="3600" spc="-70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290" dirty="0">
                <a:solidFill>
                  <a:srgbClr val="2F2F2C"/>
                </a:solidFill>
                <a:latin typeface="Tahoma"/>
                <a:cs typeface="Tahoma"/>
              </a:rPr>
              <a:t>&amp;</a:t>
            </a:r>
            <a:r>
              <a:rPr sz="3600" spc="-6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30" dirty="0">
                <a:solidFill>
                  <a:srgbClr val="2F2F2C"/>
                </a:solidFill>
                <a:latin typeface="Tahoma"/>
                <a:cs typeface="Tahoma"/>
              </a:rPr>
              <a:t>Global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992" y="836675"/>
            <a:ext cx="8007096" cy="34914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92753" y="5107685"/>
            <a:ext cx="880110" cy="32766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Canada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10" dirty="0">
                <a:solidFill>
                  <a:srgbClr val="2F2F2C"/>
                </a:solidFill>
                <a:latin typeface="Verdana"/>
                <a:cs typeface="Verdana"/>
              </a:rPr>
              <a:t>W</a:t>
            </a:r>
            <a:r>
              <a:rPr sz="900" spc="-105" dirty="0">
                <a:solidFill>
                  <a:srgbClr val="2F2F2C"/>
                </a:solidFill>
                <a:latin typeface="Verdana"/>
                <a:cs typeface="Verdana"/>
              </a:rPr>
              <a:t>o</a:t>
            </a:r>
            <a:r>
              <a:rPr sz="900" spc="-110" dirty="0">
                <a:solidFill>
                  <a:srgbClr val="2F2F2C"/>
                </a:solidFill>
                <a:latin typeface="Verdana"/>
                <a:cs typeface="Verdana"/>
              </a:rPr>
              <a:t>r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k</a:t>
            </a:r>
            <a:r>
              <a:rPr sz="900" spc="-17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00" dirty="0">
                <a:solidFill>
                  <a:srgbClr val="2F2F2C"/>
                </a:solidFill>
                <a:latin typeface="Verdana"/>
                <a:cs typeface="Verdana"/>
              </a:rPr>
              <a:t>Fr</a:t>
            </a:r>
            <a:r>
              <a:rPr sz="900" spc="-90" dirty="0">
                <a:solidFill>
                  <a:srgbClr val="2F2F2C"/>
                </a:solidFill>
                <a:latin typeface="Verdana"/>
                <a:cs typeface="Verdana"/>
              </a:rPr>
              <a:t>o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m</a:t>
            </a:r>
            <a:r>
              <a:rPr sz="900" spc="-16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05" dirty="0">
                <a:solidFill>
                  <a:srgbClr val="2F2F2C"/>
                </a:solidFill>
                <a:latin typeface="Verdana"/>
                <a:cs typeface="Verdana"/>
              </a:rPr>
              <a:t>H</a:t>
            </a:r>
            <a:r>
              <a:rPr sz="900" spc="-90" dirty="0">
                <a:solidFill>
                  <a:srgbClr val="2F2F2C"/>
                </a:solidFill>
                <a:latin typeface="Verdana"/>
                <a:cs typeface="Verdana"/>
              </a:rPr>
              <a:t>o</a:t>
            </a:r>
            <a:r>
              <a:rPr sz="900" spc="-100" dirty="0">
                <a:solidFill>
                  <a:srgbClr val="2F2F2C"/>
                </a:solidFill>
                <a:latin typeface="Verdana"/>
                <a:cs typeface="Verdana"/>
              </a:rPr>
              <a:t>m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7071" y="5554776"/>
            <a:ext cx="746760" cy="32766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Jamaica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K</a:t>
            </a:r>
            <a:r>
              <a:rPr sz="900" spc="5" dirty="0">
                <a:solidFill>
                  <a:srgbClr val="2F2F2C"/>
                </a:solidFill>
                <a:latin typeface="Verdana"/>
                <a:cs typeface="Verdana"/>
              </a:rPr>
              <a:t>i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n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gsto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n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,</a:t>
            </a:r>
            <a:r>
              <a:rPr sz="900" spc="-30" dirty="0">
                <a:solidFill>
                  <a:srgbClr val="2F2F2C"/>
                </a:solidFill>
                <a:latin typeface="Verdana"/>
                <a:cs typeface="Verdana"/>
              </a:rPr>
              <a:t> JM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3055" y="5551728"/>
            <a:ext cx="314325" cy="32766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900" b="1" spc="-25" dirty="0">
                <a:solidFill>
                  <a:srgbClr val="E41879"/>
                </a:solidFill>
                <a:latin typeface="Verdana"/>
                <a:cs typeface="Verdana"/>
              </a:rPr>
              <a:t>Pe</a:t>
            </a:r>
            <a:r>
              <a:rPr sz="900" b="1" spc="-30" dirty="0">
                <a:solidFill>
                  <a:srgbClr val="E41879"/>
                </a:solidFill>
                <a:latin typeface="Verdana"/>
                <a:cs typeface="Verdana"/>
              </a:rPr>
              <a:t>r</a:t>
            </a:r>
            <a:r>
              <a:rPr sz="900" b="1" dirty="0">
                <a:solidFill>
                  <a:srgbClr val="E41879"/>
                </a:solidFill>
                <a:latin typeface="Verdana"/>
                <a:cs typeface="Verdana"/>
              </a:rPr>
              <a:t>u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20" dirty="0">
                <a:solidFill>
                  <a:srgbClr val="2F2F2C"/>
                </a:solidFill>
                <a:latin typeface="Verdana"/>
                <a:cs typeface="Verdana"/>
              </a:rPr>
              <a:t>Lima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8556" y="4339589"/>
            <a:ext cx="810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Malaysia </a:t>
            </a:r>
            <a:r>
              <a:rPr sz="900" b="1" spc="-10" dirty="0">
                <a:solidFill>
                  <a:srgbClr val="E41879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K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u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a</a:t>
            </a:r>
            <a:r>
              <a:rPr sz="900" spc="5" dirty="0">
                <a:solidFill>
                  <a:srgbClr val="2F2F2C"/>
                </a:solidFill>
                <a:latin typeface="Verdana"/>
                <a:cs typeface="Verdana"/>
              </a:rPr>
              <a:t>l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a</a:t>
            </a:r>
            <a:r>
              <a:rPr sz="900" spc="-5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L</a:t>
            </a:r>
            <a:r>
              <a:rPr sz="900" spc="-20" dirty="0">
                <a:solidFill>
                  <a:srgbClr val="2F2F2C"/>
                </a:solidFill>
                <a:latin typeface="Verdana"/>
                <a:cs typeface="Verdana"/>
              </a:rPr>
              <a:t>u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m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p</a:t>
            </a:r>
            <a:r>
              <a:rPr sz="900" spc="-20" dirty="0">
                <a:solidFill>
                  <a:srgbClr val="2F2F2C"/>
                </a:solidFill>
                <a:latin typeface="Verdana"/>
                <a:cs typeface="Verdana"/>
              </a:rPr>
              <a:t>u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r  </a:t>
            </a: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Johor</a:t>
            </a:r>
            <a:r>
              <a:rPr sz="900" spc="-4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Bahru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8556" y="4954015"/>
            <a:ext cx="87439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200"/>
              </a:lnSpc>
              <a:spcBef>
                <a:spcPts val="100"/>
              </a:spcBef>
            </a:pP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Philippines </a:t>
            </a:r>
            <a:r>
              <a:rPr sz="900" b="1" spc="-10" dirty="0">
                <a:solidFill>
                  <a:srgbClr val="E41879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Makati </a:t>
            </a:r>
            <a:r>
              <a:rPr sz="900" spc="6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Angeles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Fro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n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tera</a:t>
            </a:r>
            <a:r>
              <a:rPr sz="900" spc="-6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V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e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r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d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e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3559" y="4354448"/>
            <a:ext cx="1124585" cy="32766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Australia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Melbourne,</a:t>
            </a:r>
            <a:r>
              <a:rPr sz="900" spc="-7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Victoria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8986" y="5464555"/>
            <a:ext cx="807085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E41879"/>
                </a:solidFill>
                <a:latin typeface="Verdana"/>
                <a:cs typeface="Verdana"/>
              </a:rPr>
              <a:t>Sou</a:t>
            </a: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t</a:t>
            </a:r>
            <a:r>
              <a:rPr sz="900" b="1" dirty="0">
                <a:solidFill>
                  <a:srgbClr val="E41879"/>
                </a:solidFill>
                <a:latin typeface="Verdana"/>
                <a:cs typeface="Verdana"/>
              </a:rPr>
              <a:t>h</a:t>
            </a:r>
            <a:r>
              <a:rPr sz="900" b="1" spc="-5" dirty="0">
                <a:solidFill>
                  <a:srgbClr val="E41879"/>
                </a:solidFill>
                <a:latin typeface="Verdana"/>
                <a:cs typeface="Verdana"/>
              </a:rPr>
              <a:t> </a:t>
            </a: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A</a:t>
            </a:r>
            <a:r>
              <a:rPr sz="900" b="1" spc="-10" dirty="0">
                <a:solidFill>
                  <a:srgbClr val="E41879"/>
                </a:solidFill>
                <a:latin typeface="Verdana"/>
                <a:cs typeface="Verdana"/>
              </a:rPr>
              <a:t>f</a:t>
            </a:r>
            <a:r>
              <a:rPr sz="900" b="1" spc="-20" dirty="0">
                <a:solidFill>
                  <a:srgbClr val="E41879"/>
                </a:solidFill>
                <a:latin typeface="Verdana"/>
                <a:cs typeface="Verdana"/>
              </a:rPr>
              <a:t>r</a:t>
            </a:r>
            <a:r>
              <a:rPr sz="900" b="1" spc="-10" dirty="0">
                <a:solidFill>
                  <a:srgbClr val="E41879"/>
                </a:solidFill>
                <a:latin typeface="Verdana"/>
                <a:cs typeface="Verdana"/>
              </a:rPr>
              <a:t>i</a:t>
            </a: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c</a:t>
            </a:r>
            <a:r>
              <a:rPr sz="900" b="1" dirty="0">
                <a:solidFill>
                  <a:srgbClr val="E41879"/>
                </a:solidFill>
                <a:latin typeface="Verdana"/>
                <a:cs typeface="Verdana"/>
              </a:rPr>
              <a:t>a 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J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o</a:t>
            </a:r>
            <a:r>
              <a:rPr sz="900" spc="-20" dirty="0">
                <a:solidFill>
                  <a:srgbClr val="2F2F2C"/>
                </a:solidFill>
                <a:latin typeface="Verdana"/>
                <a:cs typeface="Verdana"/>
              </a:rPr>
              <a:t>h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a</a:t>
            </a:r>
            <a:r>
              <a:rPr sz="900" spc="-20" dirty="0">
                <a:solidFill>
                  <a:srgbClr val="2F2F2C"/>
                </a:solidFill>
                <a:latin typeface="Verdana"/>
                <a:cs typeface="Verdana"/>
              </a:rPr>
              <a:t>nn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e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s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b</a:t>
            </a:r>
            <a:r>
              <a:rPr sz="900" spc="-20" dirty="0">
                <a:solidFill>
                  <a:srgbClr val="2F2F2C"/>
                </a:solidFill>
                <a:latin typeface="Verdana"/>
                <a:cs typeface="Verdana"/>
              </a:rPr>
              <a:t>u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r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g 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Durban</a:t>
            </a:r>
            <a:endParaRPr sz="9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225"/>
              </a:spcBef>
            </a:pP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Port</a:t>
            </a:r>
            <a:r>
              <a:rPr sz="900" spc="-6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Elizabeth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3150" y="4879339"/>
            <a:ext cx="617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b="1" spc="-5" dirty="0">
                <a:solidFill>
                  <a:srgbClr val="E41879"/>
                </a:solidFill>
                <a:latin typeface="Verdana"/>
                <a:cs typeface="Verdana"/>
              </a:rPr>
              <a:t>Sr</a:t>
            </a:r>
            <a:r>
              <a:rPr sz="900" b="1" dirty="0">
                <a:solidFill>
                  <a:srgbClr val="E41879"/>
                </a:solidFill>
                <a:latin typeface="Verdana"/>
                <a:cs typeface="Verdana"/>
              </a:rPr>
              <a:t>i</a:t>
            </a:r>
            <a:r>
              <a:rPr sz="900" b="1" spc="-5" dirty="0">
                <a:solidFill>
                  <a:srgbClr val="E41879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E41879"/>
                </a:solidFill>
                <a:latin typeface="Verdana"/>
                <a:cs typeface="Verdana"/>
              </a:rPr>
              <a:t>L</a:t>
            </a: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a</a:t>
            </a:r>
            <a:r>
              <a:rPr sz="900" b="1" spc="-20" dirty="0">
                <a:solidFill>
                  <a:srgbClr val="E41879"/>
                </a:solidFill>
                <a:latin typeface="Verdana"/>
                <a:cs typeface="Verdana"/>
              </a:rPr>
              <a:t>nk</a:t>
            </a:r>
            <a:r>
              <a:rPr sz="900" b="1" dirty="0">
                <a:solidFill>
                  <a:srgbClr val="E41879"/>
                </a:solidFill>
                <a:latin typeface="Verdana"/>
                <a:cs typeface="Verdana"/>
              </a:rPr>
              <a:t>a 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Wattala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Colombo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93055" y="4940934"/>
            <a:ext cx="8134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E41879"/>
                </a:solidFill>
                <a:latin typeface="Verdana"/>
                <a:cs typeface="Verdana"/>
              </a:rPr>
              <a:t>Honduras </a:t>
            </a: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 </a:t>
            </a:r>
            <a:r>
              <a:rPr sz="900" spc="-5" dirty="0">
                <a:solidFill>
                  <a:srgbClr val="2F2F2C"/>
                </a:solidFill>
                <a:latin typeface="Arial MT"/>
                <a:cs typeface="Arial MT"/>
              </a:rPr>
              <a:t>San</a:t>
            </a:r>
            <a:r>
              <a:rPr sz="900" spc="-55" dirty="0">
                <a:solidFill>
                  <a:srgbClr val="2F2F2C"/>
                </a:solidFill>
                <a:latin typeface="Arial MT"/>
                <a:cs typeface="Arial MT"/>
              </a:rPr>
              <a:t> </a:t>
            </a:r>
            <a:r>
              <a:rPr sz="900" spc="-5" dirty="0">
                <a:solidFill>
                  <a:srgbClr val="2F2F2C"/>
                </a:solidFill>
                <a:latin typeface="Arial MT"/>
                <a:cs typeface="Arial MT"/>
              </a:rPr>
              <a:t>Pedro</a:t>
            </a:r>
            <a:r>
              <a:rPr sz="900" spc="-45" dirty="0">
                <a:solidFill>
                  <a:srgbClr val="2F2F2C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2F2F2C"/>
                </a:solidFill>
                <a:latin typeface="Arial MT"/>
                <a:cs typeface="Arial MT"/>
              </a:rPr>
              <a:t>Sula </a:t>
            </a:r>
            <a:r>
              <a:rPr sz="900" spc="-235" dirty="0">
                <a:solidFill>
                  <a:srgbClr val="2F2F2C"/>
                </a:solidFill>
                <a:latin typeface="Arial MT"/>
                <a:cs typeface="Arial MT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Arial MT"/>
                <a:cs typeface="Arial MT"/>
              </a:rPr>
              <a:t>Tegucigalpa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93055" y="4338954"/>
            <a:ext cx="642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A</a:t>
            </a:r>
            <a:r>
              <a:rPr sz="900" b="1" spc="-20" dirty="0">
                <a:solidFill>
                  <a:srgbClr val="E41879"/>
                </a:solidFill>
                <a:latin typeface="Verdana"/>
                <a:cs typeface="Verdana"/>
              </a:rPr>
              <a:t>rg</a:t>
            </a:r>
            <a:r>
              <a:rPr sz="900" b="1" spc="-10" dirty="0">
                <a:solidFill>
                  <a:srgbClr val="E41879"/>
                </a:solidFill>
                <a:latin typeface="Verdana"/>
                <a:cs typeface="Verdana"/>
              </a:rPr>
              <a:t>e</a:t>
            </a:r>
            <a:r>
              <a:rPr sz="900" b="1" spc="-20" dirty="0">
                <a:solidFill>
                  <a:srgbClr val="E41879"/>
                </a:solidFill>
                <a:latin typeface="Verdana"/>
                <a:cs typeface="Verdana"/>
              </a:rPr>
              <a:t>n</a:t>
            </a: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t</a:t>
            </a:r>
            <a:r>
              <a:rPr sz="900" b="1" spc="-10" dirty="0">
                <a:solidFill>
                  <a:srgbClr val="E41879"/>
                </a:solidFill>
                <a:latin typeface="Verdana"/>
                <a:cs typeface="Verdana"/>
              </a:rPr>
              <a:t>i</a:t>
            </a:r>
            <a:r>
              <a:rPr sz="900" b="1" spc="-20" dirty="0">
                <a:solidFill>
                  <a:srgbClr val="E41879"/>
                </a:solidFill>
                <a:latin typeface="Verdana"/>
                <a:cs typeface="Verdana"/>
              </a:rPr>
              <a:t>n</a:t>
            </a:r>
            <a:r>
              <a:rPr sz="900" b="1" dirty="0">
                <a:solidFill>
                  <a:srgbClr val="E41879"/>
                </a:solidFill>
                <a:latin typeface="Verdana"/>
                <a:cs typeface="Verdana"/>
              </a:rPr>
              <a:t>a 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Córdoba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Tucumán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93134" y="4367910"/>
            <a:ext cx="996950" cy="60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E41879"/>
                </a:solidFill>
                <a:latin typeface="Verdana"/>
                <a:cs typeface="Verdana"/>
              </a:rPr>
              <a:t>U.S.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M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a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n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s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f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ield,</a:t>
            </a:r>
            <a:r>
              <a:rPr sz="900" spc="-4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O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H</a:t>
            </a:r>
            <a:endParaRPr sz="900">
              <a:latin typeface="Verdana"/>
              <a:cs typeface="Verdana"/>
            </a:endParaRPr>
          </a:p>
          <a:p>
            <a:pPr marL="12700" marR="5080">
              <a:lnSpc>
                <a:spcPct val="111100"/>
              </a:lnSpc>
            </a:pP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Myrtle</a:t>
            </a:r>
            <a:r>
              <a:rPr sz="900" spc="-6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Beach,</a:t>
            </a:r>
            <a:r>
              <a:rPr sz="900" spc="-5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2F2F2C"/>
                </a:solidFill>
                <a:latin typeface="Verdana"/>
                <a:cs typeface="Verdana"/>
              </a:rPr>
              <a:t>SC </a:t>
            </a:r>
            <a:r>
              <a:rPr sz="900" spc="-30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De</a:t>
            </a:r>
            <a:r>
              <a:rPr sz="900" spc="-30" dirty="0">
                <a:solidFill>
                  <a:srgbClr val="2F2F2C"/>
                </a:solidFill>
                <a:latin typeface="Verdana"/>
                <a:cs typeface="Verdana"/>
              </a:rPr>
              <a:t>nv</a:t>
            </a: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er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,</a:t>
            </a:r>
            <a:r>
              <a:rPr sz="900" spc="-3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C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O</a:t>
            </a:r>
            <a:r>
              <a:rPr sz="900" spc="-3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(</a:t>
            </a:r>
            <a:r>
              <a:rPr sz="900" spc="-30" dirty="0">
                <a:solidFill>
                  <a:srgbClr val="2F2F2C"/>
                </a:solidFill>
                <a:latin typeface="Verdana"/>
                <a:cs typeface="Verdana"/>
              </a:rPr>
              <a:t>H</a:t>
            </a: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Q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57541" y="4326382"/>
            <a:ext cx="807720" cy="17633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60"/>
              </a:spcBef>
            </a:pPr>
            <a:r>
              <a:rPr sz="900" b="1" spc="-15" dirty="0">
                <a:solidFill>
                  <a:srgbClr val="E41879"/>
                </a:solidFill>
                <a:latin typeface="Verdana"/>
                <a:cs typeface="Verdana"/>
              </a:rPr>
              <a:t>India </a:t>
            </a:r>
            <a:r>
              <a:rPr sz="900" b="1" spc="-10" dirty="0">
                <a:solidFill>
                  <a:srgbClr val="E41879"/>
                </a:solidFill>
                <a:latin typeface="Verdana"/>
                <a:cs typeface="Verdana"/>
              </a:rPr>
              <a:t> </a:t>
            </a: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B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a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n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ga</a:t>
            </a:r>
            <a:r>
              <a:rPr sz="900" spc="5" dirty="0">
                <a:solidFill>
                  <a:srgbClr val="2F2F2C"/>
                </a:solidFill>
                <a:latin typeface="Verdana"/>
                <a:cs typeface="Verdana"/>
              </a:rPr>
              <a:t>l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ore</a:t>
            </a:r>
            <a:r>
              <a:rPr sz="900" spc="-5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(3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) 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Bhopal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Chhindwara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Gurgaon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Hyderabad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K</a:t>
            </a:r>
            <a:r>
              <a:rPr sz="900" spc="5" dirty="0">
                <a:solidFill>
                  <a:srgbClr val="2F2F2C"/>
                </a:solidFill>
                <a:latin typeface="Verdana"/>
                <a:cs typeface="Verdana"/>
              </a:rPr>
              <a:t>o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l</a:t>
            </a: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k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ata</a:t>
            </a:r>
            <a:r>
              <a:rPr sz="900" spc="-9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(2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)  </a:t>
            </a:r>
            <a:r>
              <a:rPr sz="900" spc="-15" dirty="0">
                <a:solidFill>
                  <a:srgbClr val="2F2F2C"/>
                </a:solidFill>
                <a:latin typeface="Verdana"/>
                <a:cs typeface="Verdana"/>
              </a:rPr>
              <a:t>Lucknow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5" dirty="0">
                <a:solidFill>
                  <a:srgbClr val="2F2F2C"/>
                </a:solidFill>
                <a:latin typeface="Verdana"/>
                <a:cs typeface="Verdana"/>
              </a:rPr>
              <a:t>M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u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mbai</a:t>
            </a:r>
            <a:r>
              <a:rPr sz="900" spc="-6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(2</a:t>
            </a:r>
            <a:r>
              <a:rPr sz="900" dirty="0">
                <a:solidFill>
                  <a:srgbClr val="2F2F2C"/>
                </a:solidFill>
                <a:latin typeface="Verdana"/>
                <a:cs typeface="Verdana"/>
              </a:rPr>
              <a:t>)  </a:t>
            </a:r>
            <a:r>
              <a:rPr sz="900" spc="-10" dirty="0">
                <a:solidFill>
                  <a:srgbClr val="2F2F2C"/>
                </a:solidFill>
                <a:latin typeface="Verdana"/>
                <a:cs typeface="Verdana"/>
              </a:rPr>
              <a:t>Noida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25" dirty="0">
                <a:solidFill>
                  <a:srgbClr val="2F2F2C"/>
                </a:solidFill>
                <a:latin typeface="Verdana"/>
                <a:cs typeface="Verdana"/>
              </a:rPr>
              <a:t>Pune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13476" y="2595372"/>
            <a:ext cx="4166870" cy="1269365"/>
            <a:chOff x="5713476" y="2595372"/>
            <a:chExt cx="4166870" cy="1269365"/>
          </a:xfrm>
        </p:grpSpPr>
        <p:sp>
          <p:nvSpPr>
            <p:cNvPr id="17" name="object 17"/>
            <p:cNvSpPr/>
            <p:nvPr/>
          </p:nvSpPr>
          <p:spPr>
            <a:xfrm>
              <a:off x="5713476" y="2595371"/>
              <a:ext cx="2048510" cy="1269365"/>
            </a:xfrm>
            <a:custGeom>
              <a:avLst/>
              <a:gdLst/>
              <a:ahLst/>
              <a:cxnLst/>
              <a:rect l="l" t="t" r="r" b="b"/>
              <a:pathLst>
                <a:path w="2048509" h="1269364">
                  <a:moveTo>
                    <a:pt x="32131" y="1265047"/>
                  </a:moveTo>
                  <a:lnTo>
                    <a:pt x="29591" y="1257808"/>
                  </a:lnTo>
                  <a:lnTo>
                    <a:pt x="18034" y="1251966"/>
                  </a:lnTo>
                  <a:lnTo>
                    <a:pt x="5588" y="1248664"/>
                  </a:lnTo>
                  <a:lnTo>
                    <a:pt x="0" y="1249172"/>
                  </a:lnTo>
                  <a:lnTo>
                    <a:pt x="1397" y="1255649"/>
                  </a:lnTo>
                  <a:lnTo>
                    <a:pt x="7620" y="1252728"/>
                  </a:lnTo>
                  <a:lnTo>
                    <a:pt x="13970" y="1258570"/>
                  </a:lnTo>
                  <a:lnTo>
                    <a:pt x="18542" y="1263396"/>
                  </a:lnTo>
                  <a:lnTo>
                    <a:pt x="22987" y="1267714"/>
                  </a:lnTo>
                  <a:lnTo>
                    <a:pt x="27432" y="1269111"/>
                  </a:lnTo>
                  <a:lnTo>
                    <a:pt x="32131" y="1265047"/>
                  </a:lnTo>
                  <a:close/>
                </a:path>
                <a:path w="2048509" h="1269364">
                  <a:moveTo>
                    <a:pt x="394462" y="11557"/>
                  </a:moveTo>
                  <a:lnTo>
                    <a:pt x="393573" y="10795"/>
                  </a:lnTo>
                  <a:lnTo>
                    <a:pt x="377952" y="9652"/>
                  </a:lnTo>
                  <a:lnTo>
                    <a:pt x="377698" y="7493"/>
                  </a:lnTo>
                  <a:lnTo>
                    <a:pt x="377190" y="0"/>
                  </a:lnTo>
                  <a:lnTo>
                    <a:pt x="363474" y="6858"/>
                  </a:lnTo>
                  <a:lnTo>
                    <a:pt x="358648" y="7747"/>
                  </a:lnTo>
                  <a:lnTo>
                    <a:pt x="349885" y="6858"/>
                  </a:lnTo>
                  <a:lnTo>
                    <a:pt x="349758" y="9652"/>
                  </a:lnTo>
                  <a:lnTo>
                    <a:pt x="348234" y="13335"/>
                  </a:lnTo>
                  <a:lnTo>
                    <a:pt x="347853" y="16891"/>
                  </a:lnTo>
                  <a:lnTo>
                    <a:pt x="350012" y="16256"/>
                  </a:lnTo>
                  <a:lnTo>
                    <a:pt x="351790" y="15875"/>
                  </a:lnTo>
                  <a:lnTo>
                    <a:pt x="357378" y="15621"/>
                  </a:lnTo>
                  <a:lnTo>
                    <a:pt x="367538" y="13716"/>
                  </a:lnTo>
                  <a:lnTo>
                    <a:pt x="373888" y="7747"/>
                  </a:lnTo>
                  <a:lnTo>
                    <a:pt x="374269" y="7493"/>
                  </a:lnTo>
                  <a:lnTo>
                    <a:pt x="379730" y="13716"/>
                  </a:lnTo>
                  <a:lnTo>
                    <a:pt x="389382" y="14986"/>
                  </a:lnTo>
                  <a:lnTo>
                    <a:pt x="394462" y="11557"/>
                  </a:lnTo>
                  <a:close/>
                </a:path>
                <a:path w="2048509" h="1269364">
                  <a:moveTo>
                    <a:pt x="396113" y="24511"/>
                  </a:moveTo>
                  <a:lnTo>
                    <a:pt x="394716" y="23749"/>
                  </a:lnTo>
                  <a:lnTo>
                    <a:pt x="393192" y="23241"/>
                  </a:lnTo>
                  <a:lnTo>
                    <a:pt x="368554" y="25146"/>
                  </a:lnTo>
                  <a:lnTo>
                    <a:pt x="362458" y="29210"/>
                  </a:lnTo>
                  <a:lnTo>
                    <a:pt x="356997" y="28702"/>
                  </a:lnTo>
                  <a:lnTo>
                    <a:pt x="359537" y="24511"/>
                  </a:lnTo>
                  <a:lnTo>
                    <a:pt x="351282" y="26670"/>
                  </a:lnTo>
                  <a:lnTo>
                    <a:pt x="355346" y="31877"/>
                  </a:lnTo>
                  <a:lnTo>
                    <a:pt x="355981" y="34544"/>
                  </a:lnTo>
                  <a:lnTo>
                    <a:pt x="364236" y="36957"/>
                  </a:lnTo>
                  <a:lnTo>
                    <a:pt x="368173" y="39370"/>
                  </a:lnTo>
                  <a:lnTo>
                    <a:pt x="368300" y="42418"/>
                  </a:lnTo>
                  <a:lnTo>
                    <a:pt x="368173" y="45847"/>
                  </a:lnTo>
                  <a:lnTo>
                    <a:pt x="371094" y="49530"/>
                  </a:lnTo>
                  <a:lnTo>
                    <a:pt x="371983" y="50038"/>
                  </a:lnTo>
                  <a:lnTo>
                    <a:pt x="372491" y="50546"/>
                  </a:lnTo>
                  <a:lnTo>
                    <a:pt x="372999" y="50927"/>
                  </a:lnTo>
                  <a:lnTo>
                    <a:pt x="374269" y="49403"/>
                  </a:lnTo>
                  <a:lnTo>
                    <a:pt x="374777" y="49149"/>
                  </a:lnTo>
                  <a:lnTo>
                    <a:pt x="378333" y="46609"/>
                  </a:lnTo>
                  <a:lnTo>
                    <a:pt x="385445" y="39878"/>
                  </a:lnTo>
                  <a:lnTo>
                    <a:pt x="390398" y="42037"/>
                  </a:lnTo>
                  <a:lnTo>
                    <a:pt x="393573" y="39878"/>
                  </a:lnTo>
                  <a:lnTo>
                    <a:pt x="393573" y="36957"/>
                  </a:lnTo>
                  <a:lnTo>
                    <a:pt x="388620" y="32131"/>
                  </a:lnTo>
                  <a:lnTo>
                    <a:pt x="395351" y="29718"/>
                  </a:lnTo>
                  <a:lnTo>
                    <a:pt x="395351" y="29210"/>
                  </a:lnTo>
                  <a:lnTo>
                    <a:pt x="395986" y="26416"/>
                  </a:lnTo>
                  <a:lnTo>
                    <a:pt x="396113" y="24511"/>
                  </a:lnTo>
                  <a:close/>
                </a:path>
                <a:path w="2048509" h="1269364">
                  <a:moveTo>
                    <a:pt x="2048129" y="1144651"/>
                  </a:moveTo>
                  <a:lnTo>
                    <a:pt x="2045208" y="1139825"/>
                  </a:lnTo>
                  <a:lnTo>
                    <a:pt x="2037461" y="1137158"/>
                  </a:lnTo>
                  <a:lnTo>
                    <a:pt x="2028825" y="1135253"/>
                  </a:lnTo>
                  <a:lnTo>
                    <a:pt x="2023872" y="1132459"/>
                  </a:lnTo>
                  <a:lnTo>
                    <a:pt x="2019681" y="1132332"/>
                  </a:lnTo>
                  <a:lnTo>
                    <a:pt x="2013966" y="1137539"/>
                  </a:lnTo>
                  <a:lnTo>
                    <a:pt x="2011680" y="1144778"/>
                  </a:lnTo>
                  <a:lnTo>
                    <a:pt x="2017649" y="1151128"/>
                  </a:lnTo>
                  <a:lnTo>
                    <a:pt x="2024634" y="1154049"/>
                  </a:lnTo>
                  <a:lnTo>
                    <a:pt x="2027809" y="1147572"/>
                  </a:lnTo>
                  <a:lnTo>
                    <a:pt x="2037080" y="1154811"/>
                  </a:lnTo>
                  <a:lnTo>
                    <a:pt x="2046478" y="1153287"/>
                  </a:lnTo>
                  <a:lnTo>
                    <a:pt x="2048129" y="1144651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0635" y="3447288"/>
              <a:ext cx="219455" cy="24841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665208" y="3115055"/>
              <a:ext cx="43815" cy="34925"/>
            </a:xfrm>
            <a:custGeom>
              <a:avLst/>
              <a:gdLst/>
              <a:ahLst/>
              <a:cxnLst/>
              <a:rect l="l" t="t" r="r" b="b"/>
              <a:pathLst>
                <a:path w="43815" h="34925">
                  <a:moveTo>
                    <a:pt x="20701" y="25654"/>
                  </a:moveTo>
                  <a:lnTo>
                    <a:pt x="16764" y="21082"/>
                  </a:lnTo>
                  <a:lnTo>
                    <a:pt x="8255" y="22225"/>
                  </a:lnTo>
                  <a:lnTo>
                    <a:pt x="762" y="26289"/>
                  </a:lnTo>
                  <a:lnTo>
                    <a:pt x="0" y="30988"/>
                  </a:lnTo>
                  <a:lnTo>
                    <a:pt x="6096" y="34290"/>
                  </a:lnTo>
                  <a:lnTo>
                    <a:pt x="12827" y="34671"/>
                  </a:lnTo>
                  <a:lnTo>
                    <a:pt x="18288" y="32004"/>
                  </a:lnTo>
                  <a:lnTo>
                    <a:pt x="20701" y="25654"/>
                  </a:lnTo>
                  <a:close/>
                </a:path>
                <a:path w="43815" h="34925">
                  <a:moveTo>
                    <a:pt x="43561" y="1524"/>
                  </a:moveTo>
                  <a:lnTo>
                    <a:pt x="39751" y="0"/>
                  </a:lnTo>
                  <a:lnTo>
                    <a:pt x="31750" y="3048"/>
                  </a:lnTo>
                  <a:lnTo>
                    <a:pt x="24892" y="7620"/>
                  </a:lnTo>
                  <a:lnTo>
                    <a:pt x="24765" y="10922"/>
                  </a:lnTo>
                  <a:lnTo>
                    <a:pt x="29083" y="12446"/>
                  </a:lnTo>
                  <a:lnTo>
                    <a:pt x="43561" y="7874"/>
                  </a:lnTo>
                  <a:lnTo>
                    <a:pt x="43561" y="1524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699" y="88214"/>
            <a:ext cx="43986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2F2F2C"/>
                </a:solidFill>
                <a:latin typeface="Tahoma"/>
                <a:cs typeface="Tahoma"/>
              </a:rPr>
              <a:t>Our</a:t>
            </a:r>
            <a:r>
              <a:rPr sz="3600" spc="-80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-15" dirty="0">
                <a:solidFill>
                  <a:srgbClr val="2F2F2C"/>
                </a:solidFill>
                <a:latin typeface="Tahoma"/>
                <a:cs typeface="Tahoma"/>
              </a:rPr>
              <a:t>India</a:t>
            </a:r>
            <a:r>
              <a:rPr sz="3600" spc="-100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20" dirty="0">
                <a:solidFill>
                  <a:srgbClr val="2F2F2C"/>
                </a:solidFill>
                <a:latin typeface="Tahoma"/>
                <a:cs typeface="Tahoma"/>
              </a:rPr>
              <a:t>footprint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26061" y="6406083"/>
            <a:ext cx="106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8E8E8E"/>
                </a:solidFill>
                <a:latin typeface="Verdana"/>
                <a:cs typeface="Verdana"/>
              </a:rPr>
              <a:t>4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788" y="5997041"/>
            <a:ext cx="34004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solidFill>
                  <a:srgbClr val="2F2F2C"/>
                </a:solidFill>
                <a:latin typeface="Verdana"/>
                <a:cs typeface="Verdana"/>
              </a:rPr>
              <a:t>Note:</a:t>
            </a:r>
            <a:r>
              <a:rPr sz="800" i="1" spc="-5" dirty="0">
                <a:solidFill>
                  <a:srgbClr val="2F2F2C"/>
                </a:solidFill>
                <a:latin typeface="Verdana"/>
                <a:cs typeface="Verdana"/>
              </a:rPr>
              <a:t> The</a:t>
            </a:r>
            <a:r>
              <a:rPr sz="800" i="1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800" i="1" spc="-5" dirty="0">
                <a:solidFill>
                  <a:srgbClr val="2F2F2C"/>
                </a:solidFill>
                <a:latin typeface="Verdana"/>
                <a:cs typeface="Verdana"/>
              </a:rPr>
              <a:t>locations</a:t>
            </a:r>
            <a:r>
              <a:rPr sz="800" i="1" spc="1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800" i="1" spc="-5" dirty="0">
                <a:solidFill>
                  <a:srgbClr val="2F2F2C"/>
                </a:solidFill>
                <a:latin typeface="Verdana"/>
                <a:cs typeface="Verdana"/>
              </a:rPr>
              <a:t>have</a:t>
            </a:r>
            <a:r>
              <a:rPr sz="800" i="1" spc="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2F2F2C"/>
                </a:solidFill>
                <a:latin typeface="Verdana"/>
                <a:cs typeface="Verdana"/>
              </a:rPr>
              <a:t>been</a:t>
            </a:r>
            <a:r>
              <a:rPr sz="800" i="1" spc="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800" i="1" spc="-5" dirty="0">
                <a:solidFill>
                  <a:srgbClr val="2F2F2C"/>
                </a:solidFill>
                <a:latin typeface="Verdana"/>
                <a:cs typeface="Verdana"/>
              </a:rPr>
              <a:t>marked approximately</a:t>
            </a:r>
            <a:r>
              <a:rPr sz="800" i="1" spc="-2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2F2F2C"/>
                </a:solidFill>
                <a:latin typeface="Verdana"/>
                <a:cs typeface="Verdana"/>
              </a:rPr>
              <a:t>on</a:t>
            </a:r>
            <a:r>
              <a:rPr sz="800" i="1" spc="10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800" i="1" spc="-5" dirty="0">
                <a:solidFill>
                  <a:srgbClr val="2F2F2C"/>
                </a:solidFill>
                <a:latin typeface="Verdana"/>
                <a:cs typeface="Verdana"/>
              </a:rPr>
              <a:t>the</a:t>
            </a:r>
            <a:r>
              <a:rPr sz="800" i="1" spc="25" dirty="0">
                <a:solidFill>
                  <a:srgbClr val="2F2F2C"/>
                </a:solidFill>
                <a:latin typeface="Verdana"/>
                <a:cs typeface="Verdana"/>
              </a:rPr>
              <a:t> </a:t>
            </a:r>
            <a:r>
              <a:rPr sz="800" i="1" spc="-5" dirty="0">
                <a:solidFill>
                  <a:srgbClr val="2F2F2C"/>
                </a:solidFill>
                <a:latin typeface="Verdana"/>
                <a:cs typeface="Verdana"/>
              </a:rPr>
              <a:t>map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30411" y="1679435"/>
            <a:ext cx="3167380" cy="788035"/>
            <a:chOff x="8630411" y="1679435"/>
            <a:chExt cx="3167380" cy="788035"/>
          </a:xfrm>
        </p:grpSpPr>
        <p:sp>
          <p:nvSpPr>
            <p:cNvPr id="6" name="object 6"/>
            <p:cNvSpPr/>
            <p:nvPr/>
          </p:nvSpPr>
          <p:spPr>
            <a:xfrm>
              <a:off x="8645651" y="1732787"/>
              <a:ext cx="3152140" cy="685800"/>
            </a:xfrm>
            <a:custGeom>
              <a:avLst/>
              <a:gdLst/>
              <a:ahLst/>
              <a:cxnLst/>
              <a:rect l="l" t="t" r="r" b="b"/>
              <a:pathLst>
                <a:path w="3152140" h="685800">
                  <a:moveTo>
                    <a:pt x="3054350" y="0"/>
                  </a:moveTo>
                  <a:lnTo>
                    <a:pt x="97281" y="0"/>
                  </a:lnTo>
                  <a:lnTo>
                    <a:pt x="59418" y="7645"/>
                  </a:lnTo>
                  <a:lnTo>
                    <a:pt x="28495" y="28495"/>
                  </a:lnTo>
                  <a:lnTo>
                    <a:pt x="7645" y="59418"/>
                  </a:lnTo>
                  <a:lnTo>
                    <a:pt x="0" y="97282"/>
                  </a:lnTo>
                  <a:lnTo>
                    <a:pt x="0" y="588517"/>
                  </a:lnTo>
                  <a:lnTo>
                    <a:pt x="7645" y="626381"/>
                  </a:lnTo>
                  <a:lnTo>
                    <a:pt x="28495" y="657304"/>
                  </a:lnTo>
                  <a:lnTo>
                    <a:pt x="59418" y="678154"/>
                  </a:lnTo>
                  <a:lnTo>
                    <a:pt x="97281" y="685800"/>
                  </a:lnTo>
                  <a:lnTo>
                    <a:pt x="3054350" y="685800"/>
                  </a:lnTo>
                  <a:lnTo>
                    <a:pt x="3092213" y="678154"/>
                  </a:lnTo>
                  <a:lnTo>
                    <a:pt x="3123136" y="657304"/>
                  </a:lnTo>
                  <a:lnTo>
                    <a:pt x="3143986" y="626381"/>
                  </a:lnTo>
                  <a:lnTo>
                    <a:pt x="3151631" y="588517"/>
                  </a:lnTo>
                  <a:lnTo>
                    <a:pt x="3151631" y="97282"/>
                  </a:lnTo>
                  <a:lnTo>
                    <a:pt x="3143986" y="59418"/>
                  </a:lnTo>
                  <a:lnTo>
                    <a:pt x="3123136" y="28495"/>
                  </a:lnTo>
                  <a:lnTo>
                    <a:pt x="3092213" y="7645"/>
                  </a:lnTo>
                  <a:lnTo>
                    <a:pt x="3054350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0411" y="1679435"/>
              <a:ext cx="1661159" cy="7879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45651" y="1732787"/>
              <a:ext cx="1559560" cy="685800"/>
            </a:xfrm>
            <a:custGeom>
              <a:avLst/>
              <a:gdLst/>
              <a:ahLst/>
              <a:cxnLst/>
              <a:rect l="l" t="t" r="r" b="b"/>
              <a:pathLst>
                <a:path w="1559559" h="685800">
                  <a:moveTo>
                    <a:pt x="1559052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559052" y="685800"/>
                  </a:lnTo>
                  <a:lnTo>
                    <a:pt x="1559052" y="0"/>
                  </a:lnTo>
                  <a:close/>
                </a:path>
              </a:pathLst>
            </a:custGeom>
            <a:solidFill>
              <a:srgbClr val="2D37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517251" y="1827402"/>
            <a:ext cx="10007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827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ahoma"/>
                <a:cs typeface="Tahoma"/>
              </a:rPr>
              <a:t>Years </a:t>
            </a:r>
            <a:r>
              <a:rPr sz="1400" b="1" spc="-10" dirty="0">
                <a:latin typeface="Tahoma"/>
                <a:cs typeface="Tahoma"/>
              </a:rPr>
              <a:t>of </a:t>
            </a:r>
            <a:r>
              <a:rPr sz="1400" b="1" spc="-5" dirty="0">
                <a:latin typeface="Tahoma"/>
                <a:cs typeface="Tahoma"/>
              </a:rPr>
              <a:t> </a:t>
            </a:r>
            <a:r>
              <a:rPr sz="1400" b="1" spc="-15" dirty="0">
                <a:latin typeface="Tahoma"/>
                <a:cs typeface="Tahoma"/>
              </a:rPr>
              <a:t>Experie</a:t>
            </a:r>
            <a:r>
              <a:rPr sz="1400" b="1" spc="-20" dirty="0">
                <a:latin typeface="Tahoma"/>
                <a:cs typeface="Tahoma"/>
              </a:rPr>
              <a:t>n</a:t>
            </a:r>
            <a:r>
              <a:rPr sz="1400" b="1" spc="-5" dirty="0">
                <a:latin typeface="Tahoma"/>
                <a:cs typeface="Tahoma"/>
              </a:rPr>
              <a:t>ce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32189" y="1917064"/>
            <a:ext cx="587375" cy="231775"/>
          </a:xfrm>
          <a:custGeom>
            <a:avLst/>
            <a:gdLst/>
            <a:ahLst/>
            <a:cxnLst/>
            <a:rect l="l" t="t" r="r" b="b"/>
            <a:pathLst>
              <a:path w="587375" h="231775">
                <a:moveTo>
                  <a:pt x="158935" y="41910"/>
                </a:moveTo>
                <a:lnTo>
                  <a:pt x="90931" y="41910"/>
                </a:lnTo>
                <a:lnTo>
                  <a:pt x="99059" y="44069"/>
                </a:lnTo>
                <a:lnTo>
                  <a:pt x="109727" y="52705"/>
                </a:lnTo>
                <a:lnTo>
                  <a:pt x="112394" y="58927"/>
                </a:lnTo>
                <a:lnTo>
                  <a:pt x="112394" y="74930"/>
                </a:lnTo>
                <a:lnTo>
                  <a:pt x="75945" y="100711"/>
                </a:lnTo>
                <a:lnTo>
                  <a:pt x="62737" y="105918"/>
                </a:lnTo>
                <a:lnTo>
                  <a:pt x="47236" y="113274"/>
                </a:lnTo>
                <a:lnTo>
                  <a:pt x="14731" y="144652"/>
                </a:lnTo>
                <a:lnTo>
                  <a:pt x="926" y="188158"/>
                </a:lnTo>
                <a:lnTo>
                  <a:pt x="0" y="204850"/>
                </a:lnTo>
                <a:lnTo>
                  <a:pt x="0" y="220218"/>
                </a:lnTo>
                <a:lnTo>
                  <a:pt x="761" y="223520"/>
                </a:lnTo>
                <a:lnTo>
                  <a:pt x="3555" y="226313"/>
                </a:lnTo>
                <a:lnTo>
                  <a:pt x="6730" y="227075"/>
                </a:lnTo>
                <a:lnTo>
                  <a:pt x="156336" y="227075"/>
                </a:lnTo>
                <a:lnTo>
                  <a:pt x="159511" y="226313"/>
                </a:lnTo>
                <a:lnTo>
                  <a:pt x="162305" y="223265"/>
                </a:lnTo>
                <a:lnTo>
                  <a:pt x="162892" y="220218"/>
                </a:lnTo>
                <a:lnTo>
                  <a:pt x="162940" y="192277"/>
                </a:lnTo>
                <a:lnTo>
                  <a:pt x="162305" y="188975"/>
                </a:lnTo>
                <a:lnTo>
                  <a:pt x="160781" y="187451"/>
                </a:lnTo>
                <a:lnTo>
                  <a:pt x="159384" y="185927"/>
                </a:lnTo>
                <a:lnTo>
                  <a:pt x="156209" y="185165"/>
                </a:lnTo>
                <a:lnTo>
                  <a:pt x="50926" y="185165"/>
                </a:lnTo>
                <a:lnTo>
                  <a:pt x="50926" y="183514"/>
                </a:lnTo>
                <a:lnTo>
                  <a:pt x="69246" y="149209"/>
                </a:lnTo>
                <a:lnTo>
                  <a:pt x="98297" y="136906"/>
                </a:lnTo>
                <a:lnTo>
                  <a:pt x="115540" y="130141"/>
                </a:lnTo>
                <a:lnTo>
                  <a:pt x="149097" y="107442"/>
                </a:lnTo>
                <a:lnTo>
                  <a:pt x="162432" y="63500"/>
                </a:lnTo>
                <a:lnTo>
                  <a:pt x="161147" y="49139"/>
                </a:lnTo>
                <a:lnTo>
                  <a:pt x="158935" y="41910"/>
                </a:lnTo>
                <a:close/>
              </a:path>
              <a:path w="587375" h="231775">
                <a:moveTo>
                  <a:pt x="83692" y="0"/>
                </a:moveTo>
                <a:lnTo>
                  <a:pt x="38861" y="7874"/>
                </a:lnTo>
                <a:lnTo>
                  <a:pt x="3936" y="36068"/>
                </a:lnTo>
                <a:lnTo>
                  <a:pt x="507" y="42799"/>
                </a:lnTo>
                <a:lnTo>
                  <a:pt x="507" y="52450"/>
                </a:lnTo>
                <a:lnTo>
                  <a:pt x="4444" y="57276"/>
                </a:lnTo>
                <a:lnTo>
                  <a:pt x="12445" y="62611"/>
                </a:lnTo>
                <a:lnTo>
                  <a:pt x="20319" y="67945"/>
                </a:lnTo>
                <a:lnTo>
                  <a:pt x="25907" y="70612"/>
                </a:lnTo>
                <a:lnTo>
                  <a:pt x="32765" y="70612"/>
                </a:lnTo>
                <a:lnTo>
                  <a:pt x="35940" y="68199"/>
                </a:lnTo>
                <a:lnTo>
                  <a:pt x="41528" y="58547"/>
                </a:lnTo>
                <a:lnTo>
                  <a:pt x="46227" y="53721"/>
                </a:lnTo>
                <a:lnTo>
                  <a:pt x="80136" y="41910"/>
                </a:lnTo>
                <a:lnTo>
                  <a:pt x="158935" y="41910"/>
                </a:lnTo>
                <a:lnTo>
                  <a:pt x="157289" y="36528"/>
                </a:lnTo>
                <a:lnTo>
                  <a:pt x="130520" y="9269"/>
                </a:lnTo>
                <a:lnTo>
                  <a:pt x="101461" y="1025"/>
                </a:lnTo>
                <a:lnTo>
                  <a:pt x="83692" y="0"/>
                </a:lnTo>
                <a:close/>
              </a:path>
              <a:path w="587375" h="231775">
                <a:moveTo>
                  <a:pt x="290194" y="0"/>
                </a:moveTo>
                <a:lnTo>
                  <a:pt x="249443" y="6572"/>
                </a:lnTo>
                <a:lnTo>
                  <a:pt x="212500" y="41102"/>
                </a:lnTo>
                <a:lnTo>
                  <a:pt x="201971" y="80777"/>
                </a:lnTo>
                <a:lnTo>
                  <a:pt x="200691" y="126364"/>
                </a:lnTo>
                <a:lnTo>
                  <a:pt x="201945" y="151308"/>
                </a:lnTo>
                <a:lnTo>
                  <a:pt x="212232" y="191416"/>
                </a:lnTo>
                <a:lnTo>
                  <a:pt x="248872" y="225028"/>
                </a:lnTo>
                <a:lnTo>
                  <a:pt x="290321" y="231394"/>
                </a:lnTo>
                <a:lnTo>
                  <a:pt x="312229" y="229770"/>
                </a:lnTo>
                <a:lnTo>
                  <a:pt x="330898" y="224885"/>
                </a:lnTo>
                <a:lnTo>
                  <a:pt x="346328" y="216713"/>
                </a:lnTo>
                <a:lnTo>
                  <a:pt x="358520" y="205232"/>
                </a:lnTo>
                <a:lnTo>
                  <a:pt x="367347" y="191262"/>
                </a:lnTo>
                <a:lnTo>
                  <a:pt x="290067" y="191262"/>
                </a:lnTo>
                <a:lnTo>
                  <a:pt x="279685" y="190335"/>
                </a:lnTo>
                <a:lnTo>
                  <a:pt x="252364" y="156495"/>
                </a:lnTo>
                <a:lnTo>
                  <a:pt x="250189" y="105029"/>
                </a:lnTo>
                <a:lnTo>
                  <a:pt x="250737" y="88600"/>
                </a:lnTo>
                <a:lnTo>
                  <a:pt x="264241" y="48363"/>
                </a:lnTo>
                <a:lnTo>
                  <a:pt x="289940" y="40005"/>
                </a:lnTo>
                <a:lnTo>
                  <a:pt x="368043" y="40005"/>
                </a:lnTo>
                <a:lnTo>
                  <a:pt x="359028" y="25526"/>
                </a:lnTo>
                <a:lnTo>
                  <a:pt x="346934" y="14358"/>
                </a:lnTo>
                <a:lnTo>
                  <a:pt x="331422" y="6381"/>
                </a:lnTo>
                <a:lnTo>
                  <a:pt x="312505" y="1595"/>
                </a:lnTo>
                <a:lnTo>
                  <a:pt x="290194" y="0"/>
                </a:lnTo>
                <a:close/>
              </a:path>
              <a:path w="587375" h="231775">
                <a:moveTo>
                  <a:pt x="368043" y="40005"/>
                </a:moveTo>
                <a:lnTo>
                  <a:pt x="289940" y="40005"/>
                </a:lnTo>
                <a:lnTo>
                  <a:pt x="300561" y="40933"/>
                </a:lnTo>
                <a:lnTo>
                  <a:pt x="309372" y="43719"/>
                </a:lnTo>
                <a:lnTo>
                  <a:pt x="329547" y="89850"/>
                </a:lnTo>
                <a:lnTo>
                  <a:pt x="330072" y="126364"/>
                </a:lnTo>
                <a:lnTo>
                  <a:pt x="329525" y="142793"/>
                </a:lnTo>
                <a:lnTo>
                  <a:pt x="316071" y="182957"/>
                </a:lnTo>
                <a:lnTo>
                  <a:pt x="290067" y="191262"/>
                </a:lnTo>
                <a:lnTo>
                  <a:pt x="367347" y="191262"/>
                </a:lnTo>
                <a:lnTo>
                  <a:pt x="367835" y="190490"/>
                </a:lnTo>
                <a:lnTo>
                  <a:pt x="374459" y="172354"/>
                </a:lnTo>
                <a:lnTo>
                  <a:pt x="378416" y="150814"/>
                </a:lnTo>
                <a:lnTo>
                  <a:pt x="379703" y="126364"/>
                </a:lnTo>
                <a:lnTo>
                  <a:pt x="379697" y="105029"/>
                </a:lnTo>
                <a:lnTo>
                  <a:pt x="378442" y="80158"/>
                </a:lnTo>
                <a:lnTo>
                  <a:pt x="374570" y="58308"/>
                </a:lnTo>
                <a:lnTo>
                  <a:pt x="368103" y="40102"/>
                </a:lnTo>
                <a:close/>
              </a:path>
              <a:path w="587375" h="231775">
                <a:moveTo>
                  <a:pt x="520826" y="131063"/>
                </a:moveTo>
                <a:lnTo>
                  <a:pt x="480949" y="131063"/>
                </a:lnTo>
                <a:lnTo>
                  <a:pt x="480949" y="190626"/>
                </a:lnTo>
                <a:lnTo>
                  <a:pt x="481710" y="193801"/>
                </a:lnTo>
                <a:lnTo>
                  <a:pt x="484758" y="196596"/>
                </a:lnTo>
                <a:lnTo>
                  <a:pt x="487933" y="197358"/>
                </a:lnTo>
                <a:lnTo>
                  <a:pt x="513968" y="197358"/>
                </a:lnTo>
                <a:lnTo>
                  <a:pt x="520826" y="131063"/>
                </a:lnTo>
                <a:close/>
              </a:path>
              <a:path w="587375" h="231775">
                <a:moveTo>
                  <a:pt x="580389" y="93852"/>
                </a:moveTo>
                <a:lnTo>
                  <a:pt x="421639" y="93852"/>
                </a:lnTo>
                <a:lnTo>
                  <a:pt x="418464" y="94614"/>
                </a:lnTo>
                <a:lnTo>
                  <a:pt x="417067" y="96012"/>
                </a:lnTo>
                <a:lnTo>
                  <a:pt x="415670" y="97536"/>
                </a:lnTo>
                <a:lnTo>
                  <a:pt x="415035" y="100711"/>
                </a:lnTo>
                <a:lnTo>
                  <a:pt x="415060" y="124079"/>
                </a:lnTo>
                <a:lnTo>
                  <a:pt x="415670" y="127254"/>
                </a:lnTo>
                <a:lnTo>
                  <a:pt x="417194" y="128777"/>
                </a:lnTo>
                <a:lnTo>
                  <a:pt x="418591" y="130301"/>
                </a:lnTo>
                <a:lnTo>
                  <a:pt x="421766" y="131063"/>
                </a:lnTo>
                <a:lnTo>
                  <a:pt x="580262" y="131063"/>
                </a:lnTo>
                <a:lnTo>
                  <a:pt x="583437" y="130301"/>
                </a:lnTo>
                <a:lnTo>
                  <a:pt x="586358" y="127381"/>
                </a:lnTo>
                <a:lnTo>
                  <a:pt x="586993" y="124079"/>
                </a:lnTo>
                <a:lnTo>
                  <a:pt x="586993" y="100711"/>
                </a:lnTo>
                <a:lnTo>
                  <a:pt x="586358" y="97536"/>
                </a:lnTo>
                <a:lnTo>
                  <a:pt x="584961" y="96012"/>
                </a:lnTo>
                <a:lnTo>
                  <a:pt x="583564" y="94614"/>
                </a:lnTo>
                <a:lnTo>
                  <a:pt x="580389" y="93852"/>
                </a:lnTo>
                <a:close/>
              </a:path>
              <a:path w="587375" h="231775">
                <a:moveTo>
                  <a:pt x="513841" y="27559"/>
                </a:moveTo>
                <a:lnTo>
                  <a:pt x="487933" y="27559"/>
                </a:lnTo>
                <a:lnTo>
                  <a:pt x="484758" y="28321"/>
                </a:lnTo>
                <a:lnTo>
                  <a:pt x="481710" y="31369"/>
                </a:lnTo>
                <a:lnTo>
                  <a:pt x="480979" y="34417"/>
                </a:lnTo>
                <a:lnTo>
                  <a:pt x="480949" y="93852"/>
                </a:lnTo>
                <a:lnTo>
                  <a:pt x="520826" y="93852"/>
                </a:lnTo>
                <a:lnTo>
                  <a:pt x="520826" y="34417"/>
                </a:lnTo>
                <a:lnTo>
                  <a:pt x="520064" y="31242"/>
                </a:lnTo>
                <a:lnTo>
                  <a:pt x="518540" y="29718"/>
                </a:lnTo>
                <a:lnTo>
                  <a:pt x="517143" y="28194"/>
                </a:lnTo>
                <a:lnTo>
                  <a:pt x="513841" y="27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88628" y="1815210"/>
            <a:ext cx="654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20+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30411" y="2432291"/>
            <a:ext cx="3167380" cy="3046730"/>
            <a:chOff x="8630411" y="2432291"/>
            <a:chExt cx="3167380" cy="3046730"/>
          </a:xfrm>
        </p:grpSpPr>
        <p:sp>
          <p:nvSpPr>
            <p:cNvPr id="13" name="object 13"/>
            <p:cNvSpPr/>
            <p:nvPr/>
          </p:nvSpPr>
          <p:spPr>
            <a:xfrm>
              <a:off x="8645651" y="2485643"/>
              <a:ext cx="3152140" cy="685800"/>
            </a:xfrm>
            <a:custGeom>
              <a:avLst/>
              <a:gdLst/>
              <a:ahLst/>
              <a:cxnLst/>
              <a:rect l="l" t="t" r="r" b="b"/>
              <a:pathLst>
                <a:path w="3152140" h="685800">
                  <a:moveTo>
                    <a:pt x="3054350" y="0"/>
                  </a:moveTo>
                  <a:lnTo>
                    <a:pt x="97281" y="0"/>
                  </a:lnTo>
                  <a:lnTo>
                    <a:pt x="59418" y="7645"/>
                  </a:lnTo>
                  <a:lnTo>
                    <a:pt x="28495" y="28495"/>
                  </a:lnTo>
                  <a:lnTo>
                    <a:pt x="7645" y="59418"/>
                  </a:lnTo>
                  <a:lnTo>
                    <a:pt x="0" y="97281"/>
                  </a:lnTo>
                  <a:lnTo>
                    <a:pt x="0" y="588517"/>
                  </a:lnTo>
                  <a:lnTo>
                    <a:pt x="7645" y="626381"/>
                  </a:lnTo>
                  <a:lnTo>
                    <a:pt x="28495" y="657304"/>
                  </a:lnTo>
                  <a:lnTo>
                    <a:pt x="59418" y="678154"/>
                  </a:lnTo>
                  <a:lnTo>
                    <a:pt x="97281" y="685800"/>
                  </a:lnTo>
                  <a:lnTo>
                    <a:pt x="3054350" y="685800"/>
                  </a:lnTo>
                  <a:lnTo>
                    <a:pt x="3092213" y="678154"/>
                  </a:lnTo>
                  <a:lnTo>
                    <a:pt x="3123136" y="657304"/>
                  </a:lnTo>
                  <a:lnTo>
                    <a:pt x="3143986" y="626381"/>
                  </a:lnTo>
                  <a:lnTo>
                    <a:pt x="3151631" y="588517"/>
                  </a:lnTo>
                  <a:lnTo>
                    <a:pt x="3151631" y="97281"/>
                  </a:lnTo>
                  <a:lnTo>
                    <a:pt x="3143986" y="59418"/>
                  </a:lnTo>
                  <a:lnTo>
                    <a:pt x="3123136" y="28495"/>
                  </a:lnTo>
                  <a:lnTo>
                    <a:pt x="3092213" y="7645"/>
                  </a:lnTo>
                  <a:lnTo>
                    <a:pt x="30543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0411" y="2432291"/>
              <a:ext cx="1661159" cy="7879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645651" y="2485643"/>
              <a:ext cx="1559560" cy="685800"/>
            </a:xfrm>
            <a:custGeom>
              <a:avLst/>
              <a:gdLst/>
              <a:ahLst/>
              <a:cxnLst/>
              <a:rect l="l" t="t" r="r" b="b"/>
              <a:pathLst>
                <a:path w="1559559" h="685800">
                  <a:moveTo>
                    <a:pt x="1559052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559052" y="685800"/>
                  </a:lnTo>
                  <a:lnTo>
                    <a:pt x="1559052" y="0"/>
                  </a:lnTo>
                  <a:close/>
                </a:path>
              </a:pathLst>
            </a:custGeom>
            <a:solidFill>
              <a:srgbClr val="2F2F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5651" y="3238499"/>
              <a:ext cx="3152140" cy="685800"/>
            </a:xfrm>
            <a:custGeom>
              <a:avLst/>
              <a:gdLst/>
              <a:ahLst/>
              <a:cxnLst/>
              <a:rect l="l" t="t" r="r" b="b"/>
              <a:pathLst>
                <a:path w="3152140" h="685800">
                  <a:moveTo>
                    <a:pt x="3054350" y="0"/>
                  </a:moveTo>
                  <a:lnTo>
                    <a:pt x="97281" y="0"/>
                  </a:lnTo>
                  <a:lnTo>
                    <a:pt x="59418" y="7645"/>
                  </a:lnTo>
                  <a:lnTo>
                    <a:pt x="28495" y="28495"/>
                  </a:lnTo>
                  <a:lnTo>
                    <a:pt x="7645" y="59418"/>
                  </a:lnTo>
                  <a:lnTo>
                    <a:pt x="0" y="97282"/>
                  </a:lnTo>
                  <a:lnTo>
                    <a:pt x="0" y="588518"/>
                  </a:lnTo>
                  <a:lnTo>
                    <a:pt x="7645" y="626381"/>
                  </a:lnTo>
                  <a:lnTo>
                    <a:pt x="28495" y="657304"/>
                  </a:lnTo>
                  <a:lnTo>
                    <a:pt x="59418" y="678154"/>
                  </a:lnTo>
                  <a:lnTo>
                    <a:pt x="97281" y="685800"/>
                  </a:lnTo>
                  <a:lnTo>
                    <a:pt x="3054350" y="685800"/>
                  </a:lnTo>
                  <a:lnTo>
                    <a:pt x="3092213" y="678154"/>
                  </a:lnTo>
                  <a:lnTo>
                    <a:pt x="3123136" y="657304"/>
                  </a:lnTo>
                  <a:lnTo>
                    <a:pt x="3143986" y="626381"/>
                  </a:lnTo>
                  <a:lnTo>
                    <a:pt x="3151631" y="588518"/>
                  </a:lnTo>
                  <a:lnTo>
                    <a:pt x="3151631" y="97282"/>
                  </a:lnTo>
                  <a:lnTo>
                    <a:pt x="3143986" y="59418"/>
                  </a:lnTo>
                  <a:lnTo>
                    <a:pt x="3123136" y="28495"/>
                  </a:lnTo>
                  <a:lnTo>
                    <a:pt x="3092213" y="7645"/>
                  </a:lnTo>
                  <a:lnTo>
                    <a:pt x="3054350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0411" y="3185147"/>
              <a:ext cx="1661159" cy="7879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45651" y="3238499"/>
              <a:ext cx="1559560" cy="685800"/>
            </a:xfrm>
            <a:custGeom>
              <a:avLst/>
              <a:gdLst/>
              <a:ahLst/>
              <a:cxnLst/>
              <a:rect l="l" t="t" r="r" b="b"/>
              <a:pathLst>
                <a:path w="1559559" h="685800">
                  <a:moveTo>
                    <a:pt x="1559052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559052" y="685800"/>
                  </a:lnTo>
                  <a:lnTo>
                    <a:pt x="1559052" y="0"/>
                  </a:lnTo>
                  <a:close/>
                </a:path>
              </a:pathLst>
            </a:custGeom>
            <a:solidFill>
              <a:srgbClr val="2D37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5651" y="3991355"/>
              <a:ext cx="3152140" cy="685800"/>
            </a:xfrm>
            <a:custGeom>
              <a:avLst/>
              <a:gdLst/>
              <a:ahLst/>
              <a:cxnLst/>
              <a:rect l="l" t="t" r="r" b="b"/>
              <a:pathLst>
                <a:path w="3152140" h="685800">
                  <a:moveTo>
                    <a:pt x="3054350" y="0"/>
                  </a:moveTo>
                  <a:lnTo>
                    <a:pt x="97281" y="0"/>
                  </a:lnTo>
                  <a:lnTo>
                    <a:pt x="59418" y="7645"/>
                  </a:lnTo>
                  <a:lnTo>
                    <a:pt x="28495" y="28495"/>
                  </a:lnTo>
                  <a:lnTo>
                    <a:pt x="7645" y="59418"/>
                  </a:lnTo>
                  <a:lnTo>
                    <a:pt x="0" y="97282"/>
                  </a:lnTo>
                  <a:lnTo>
                    <a:pt x="0" y="588518"/>
                  </a:lnTo>
                  <a:lnTo>
                    <a:pt x="7645" y="626381"/>
                  </a:lnTo>
                  <a:lnTo>
                    <a:pt x="28495" y="657304"/>
                  </a:lnTo>
                  <a:lnTo>
                    <a:pt x="59418" y="678154"/>
                  </a:lnTo>
                  <a:lnTo>
                    <a:pt x="97281" y="685800"/>
                  </a:lnTo>
                  <a:lnTo>
                    <a:pt x="3054350" y="685800"/>
                  </a:lnTo>
                  <a:lnTo>
                    <a:pt x="3092213" y="678154"/>
                  </a:lnTo>
                  <a:lnTo>
                    <a:pt x="3123136" y="657304"/>
                  </a:lnTo>
                  <a:lnTo>
                    <a:pt x="3143986" y="626381"/>
                  </a:lnTo>
                  <a:lnTo>
                    <a:pt x="3151631" y="588518"/>
                  </a:lnTo>
                  <a:lnTo>
                    <a:pt x="3151631" y="97282"/>
                  </a:lnTo>
                  <a:lnTo>
                    <a:pt x="3143986" y="59418"/>
                  </a:lnTo>
                  <a:lnTo>
                    <a:pt x="3123136" y="28495"/>
                  </a:lnTo>
                  <a:lnTo>
                    <a:pt x="3092213" y="7645"/>
                  </a:lnTo>
                  <a:lnTo>
                    <a:pt x="30543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0411" y="3938003"/>
              <a:ext cx="1661159" cy="7879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645651" y="3991355"/>
              <a:ext cx="1559560" cy="685800"/>
            </a:xfrm>
            <a:custGeom>
              <a:avLst/>
              <a:gdLst/>
              <a:ahLst/>
              <a:cxnLst/>
              <a:rect l="l" t="t" r="r" b="b"/>
              <a:pathLst>
                <a:path w="1559559" h="685800">
                  <a:moveTo>
                    <a:pt x="1559052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559052" y="685800"/>
                  </a:lnTo>
                  <a:lnTo>
                    <a:pt x="1559052" y="0"/>
                  </a:lnTo>
                  <a:close/>
                </a:path>
              </a:pathLst>
            </a:custGeom>
            <a:solidFill>
              <a:srgbClr val="2F2F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45651" y="4744211"/>
              <a:ext cx="3152140" cy="685800"/>
            </a:xfrm>
            <a:custGeom>
              <a:avLst/>
              <a:gdLst/>
              <a:ahLst/>
              <a:cxnLst/>
              <a:rect l="l" t="t" r="r" b="b"/>
              <a:pathLst>
                <a:path w="3152140" h="685800">
                  <a:moveTo>
                    <a:pt x="3054350" y="0"/>
                  </a:moveTo>
                  <a:lnTo>
                    <a:pt x="97281" y="0"/>
                  </a:lnTo>
                  <a:lnTo>
                    <a:pt x="59418" y="7645"/>
                  </a:lnTo>
                  <a:lnTo>
                    <a:pt x="28495" y="28495"/>
                  </a:lnTo>
                  <a:lnTo>
                    <a:pt x="7645" y="59418"/>
                  </a:lnTo>
                  <a:lnTo>
                    <a:pt x="0" y="97281"/>
                  </a:lnTo>
                  <a:lnTo>
                    <a:pt x="0" y="588518"/>
                  </a:lnTo>
                  <a:lnTo>
                    <a:pt x="7645" y="626381"/>
                  </a:lnTo>
                  <a:lnTo>
                    <a:pt x="28495" y="657304"/>
                  </a:lnTo>
                  <a:lnTo>
                    <a:pt x="59418" y="678154"/>
                  </a:lnTo>
                  <a:lnTo>
                    <a:pt x="97281" y="685800"/>
                  </a:lnTo>
                  <a:lnTo>
                    <a:pt x="3054350" y="685800"/>
                  </a:lnTo>
                  <a:lnTo>
                    <a:pt x="3092213" y="678154"/>
                  </a:lnTo>
                  <a:lnTo>
                    <a:pt x="3123136" y="657304"/>
                  </a:lnTo>
                  <a:lnTo>
                    <a:pt x="3143986" y="626381"/>
                  </a:lnTo>
                  <a:lnTo>
                    <a:pt x="3151631" y="588518"/>
                  </a:lnTo>
                  <a:lnTo>
                    <a:pt x="3151631" y="97281"/>
                  </a:lnTo>
                  <a:lnTo>
                    <a:pt x="3143986" y="59418"/>
                  </a:lnTo>
                  <a:lnTo>
                    <a:pt x="3123136" y="28495"/>
                  </a:lnTo>
                  <a:lnTo>
                    <a:pt x="3092213" y="7645"/>
                  </a:lnTo>
                  <a:lnTo>
                    <a:pt x="3054350" y="0"/>
                  </a:lnTo>
                  <a:close/>
                </a:path>
              </a:pathLst>
            </a:custGeom>
            <a:solidFill>
              <a:srgbClr val="D6E3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0411" y="4690859"/>
              <a:ext cx="1661159" cy="7879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645651" y="4744211"/>
              <a:ext cx="1559560" cy="685800"/>
            </a:xfrm>
            <a:custGeom>
              <a:avLst/>
              <a:gdLst/>
              <a:ahLst/>
              <a:cxnLst/>
              <a:rect l="l" t="t" r="r" b="b"/>
              <a:pathLst>
                <a:path w="1559559" h="685800">
                  <a:moveTo>
                    <a:pt x="1559052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559052" y="685800"/>
                  </a:lnTo>
                  <a:lnTo>
                    <a:pt x="1559052" y="0"/>
                  </a:lnTo>
                  <a:close/>
                </a:path>
              </a:pathLst>
            </a:custGeom>
            <a:solidFill>
              <a:srgbClr val="2D37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514838" y="2641219"/>
            <a:ext cx="9912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ahoma"/>
                <a:cs typeface="Tahoma"/>
              </a:rPr>
              <a:t>Employees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81309" y="3327653"/>
            <a:ext cx="98933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Tahoma"/>
                <a:cs typeface="Tahoma"/>
              </a:rPr>
              <a:t>L</a:t>
            </a:r>
            <a:r>
              <a:rPr sz="1400" b="1" spc="-10" dirty="0">
                <a:latin typeface="Tahoma"/>
                <a:cs typeface="Tahoma"/>
              </a:rPr>
              <a:t>a</a:t>
            </a:r>
            <a:r>
              <a:rPr sz="1400" b="1" spc="-20" dirty="0">
                <a:latin typeface="Tahoma"/>
                <a:cs typeface="Tahoma"/>
              </a:rPr>
              <a:t>n</a:t>
            </a:r>
            <a:r>
              <a:rPr sz="1400" b="1" spc="5" dirty="0">
                <a:latin typeface="Tahoma"/>
                <a:cs typeface="Tahoma"/>
              </a:rPr>
              <a:t>g</a:t>
            </a:r>
            <a:r>
              <a:rPr sz="1400" b="1" dirty="0">
                <a:latin typeface="Tahoma"/>
                <a:cs typeface="Tahoma"/>
              </a:rPr>
              <a:t>u</a:t>
            </a:r>
            <a:r>
              <a:rPr sz="1400" b="1" spc="5" dirty="0">
                <a:latin typeface="Tahoma"/>
                <a:cs typeface="Tahoma"/>
              </a:rPr>
              <a:t>ages  Supported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89818" y="4088638"/>
            <a:ext cx="972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 marR="5080" indent="-163195">
              <a:lnSpc>
                <a:spcPct val="100000"/>
              </a:lnSpc>
              <a:spcBef>
                <a:spcPts val="100"/>
              </a:spcBef>
            </a:pPr>
            <a:r>
              <a:rPr sz="1400" b="1" spc="10" dirty="0">
                <a:latin typeface="Tahoma"/>
                <a:cs typeface="Tahoma"/>
              </a:rPr>
              <a:t>N</a:t>
            </a:r>
            <a:r>
              <a:rPr sz="1400" b="1" dirty="0">
                <a:latin typeface="Tahoma"/>
                <a:cs typeface="Tahoma"/>
              </a:rPr>
              <a:t>u</a:t>
            </a:r>
            <a:r>
              <a:rPr sz="1400" b="1" spc="-20" dirty="0">
                <a:latin typeface="Tahoma"/>
                <a:cs typeface="Tahoma"/>
              </a:rPr>
              <a:t>m</a:t>
            </a:r>
            <a:r>
              <a:rPr sz="1400" b="1" spc="15" dirty="0">
                <a:latin typeface="Tahoma"/>
                <a:cs typeface="Tahoma"/>
              </a:rPr>
              <a:t>ber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of  </a:t>
            </a:r>
            <a:r>
              <a:rPr sz="1400" b="1" spc="5" dirty="0">
                <a:latin typeface="Tahoma"/>
                <a:cs typeface="Tahoma"/>
              </a:rPr>
              <a:t>Clients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48518" y="4947030"/>
            <a:ext cx="4705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latin typeface="Tahoma"/>
                <a:cs typeface="Tahoma"/>
              </a:rPr>
              <a:t>Sites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809355" y="2713227"/>
            <a:ext cx="1209040" cy="2459990"/>
            <a:chOff x="8809355" y="2713227"/>
            <a:chExt cx="1209040" cy="2459990"/>
          </a:xfrm>
        </p:grpSpPr>
        <p:sp>
          <p:nvSpPr>
            <p:cNvPr id="30" name="object 30"/>
            <p:cNvSpPr/>
            <p:nvPr/>
          </p:nvSpPr>
          <p:spPr>
            <a:xfrm>
              <a:off x="8809355" y="2713227"/>
              <a:ext cx="1002030" cy="231775"/>
            </a:xfrm>
            <a:custGeom>
              <a:avLst/>
              <a:gdLst/>
              <a:ahLst/>
              <a:cxnLst/>
              <a:rect l="l" t="t" r="r" b="b"/>
              <a:pathLst>
                <a:path w="1002029" h="231775">
                  <a:moveTo>
                    <a:pt x="158946" y="42037"/>
                  </a:moveTo>
                  <a:lnTo>
                    <a:pt x="90931" y="42037"/>
                  </a:lnTo>
                  <a:lnTo>
                    <a:pt x="99060" y="44196"/>
                  </a:lnTo>
                  <a:lnTo>
                    <a:pt x="109727" y="52832"/>
                  </a:lnTo>
                  <a:lnTo>
                    <a:pt x="112395" y="59055"/>
                  </a:lnTo>
                  <a:lnTo>
                    <a:pt x="112395" y="75057"/>
                  </a:lnTo>
                  <a:lnTo>
                    <a:pt x="75946" y="100837"/>
                  </a:lnTo>
                  <a:lnTo>
                    <a:pt x="62738" y="106045"/>
                  </a:lnTo>
                  <a:lnTo>
                    <a:pt x="47236" y="113383"/>
                  </a:lnTo>
                  <a:lnTo>
                    <a:pt x="14731" y="144780"/>
                  </a:lnTo>
                  <a:lnTo>
                    <a:pt x="926" y="188285"/>
                  </a:lnTo>
                  <a:lnTo>
                    <a:pt x="0" y="204977"/>
                  </a:lnTo>
                  <a:lnTo>
                    <a:pt x="0" y="220218"/>
                  </a:lnTo>
                  <a:lnTo>
                    <a:pt x="762" y="223520"/>
                  </a:lnTo>
                  <a:lnTo>
                    <a:pt x="2159" y="225044"/>
                  </a:lnTo>
                  <a:lnTo>
                    <a:pt x="3555" y="226441"/>
                  </a:lnTo>
                  <a:lnTo>
                    <a:pt x="6730" y="227202"/>
                  </a:lnTo>
                  <a:lnTo>
                    <a:pt x="156337" y="227202"/>
                  </a:lnTo>
                  <a:lnTo>
                    <a:pt x="162941" y="192405"/>
                  </a:lnTo>
                  <a:lnTo>
                    <a:pt x="162305" y="189102"/>
                  </a:lnTo>
                  <a:lnTo>
                    <a:pt x="159385" y="185927"/>
                  </a:lnTo>
                  <a:lnTo>
                    <a:pt x="156210" y="185166"/>
                  </a:lnTo>
                  <a:lnTo>
                    <a:pt x="50926" y="185166"/>
                  </a:lnTo>
                  <a:lnTo>
                    <a:pt x="50926" y="183514"/>
                  </a:lnTo>
                  <a:lnTo>
                    <a:pt x="69246" y="149336"/>
                  </a:lnTo>
                  <a:lnTo>
                    <a:pt x="98298" y="137033"/>
                  </a:lnTo>
                  <a:lnTo>
                    <a:pt x="115540" y="130250"/>
                  </a:lnTo>
                  <a:lnTo>
                    <a:pt x="149098" y="107569"/>
                  </a:lnTo>
                  <a:lnTo>
                    <a:pt x="162433" y="63626"/>
                  </a:lnTo>
                  <a:lnTo>
                    <a:pt x="161147" y="49248"/>
                  </a:lnTo>
                  <a:lnTo>
                    <a:pt x="158946" y="42037"/>
                  </a:lnTo>
                  <a:close/>
                </a:path>
                <a:path w="1002029" h="231775">
                  <a:moveTo>
                    <a:pt x="83693" y="0"/>
                  </a:moveTo>
                  <a:lnTo>
                    <a:pt x="38735" y="8000"/>
                  </a:lnTo>
                  <a:lnTo>
                    <a:pt x="3937" y="36195"/>
                  </a:lnTo>
                  <a:lnTo>
                    <a:pt x="508" y="42925"/>
                  </a:lnTo>
                  <a:lnTo>
                    <a:pt x="508" y="52450"/>
                  </a:lnTo>
                  <a:lnTo>
                    <a:pt x="4445" y="57404"/>
                  </a:lnTo>
                  <a:lnTo>
                    <a:pt x="12319" y="62737"/>
                  </a:lnTo>
                  <a:lnTo>
                    <a:pt x="20320" y="68072"/>
                  </a:lnTo>
                  <a:lnTo>
                    <a:pt x="25908" y="70738"/>
                  </a:lnTo>
                  <a:lnTo>
                    <a:pt x="32766" y="70738"/>
                  </a:lnTo>
                  <a:lnTo>
                    <a:pt x="35941" y="68325"/>
                  </a:lnTo>
                  <a:lnTo>
                    <a:pt x="38735" y="63500"/>
                  </a:lnTo>
                  <a:lnTo>
                    <a:pt x="41528" y="58547"/>
                  </a:lnTo>
                  <a:lnTo>
                    <a:pt x="46227" y="53848"/>
                  </a:lnTo>
                  <a:lnTo>
                    <a:pt x="80137" y="42037"/>
                  </a:lnTo>
                  <a:lnTo>
                    <a:pt x="158946" y="42037"/>
                  </a:lnTo>
                  <a:lnTo>
                    <a:pt x="157289" y="36607"/>
                  </a:lnTo>
                  <a:lnTo>
                    <a:pt x="130502" y="9376"/>
                  </a:lnTo>
                  <a:lnTo>
                    <a:pt x="101407" y="1045"/>
                  </a:lnTo>
                  <a:lnTo>
                    <a:pt x="83693" y="0"/>
                  </a:lnTo>
                  <a:close/>
                </a:path>
                <a:path w="1002029" h="231775">
                  <a:moveTo>
                    <a:pt x="290195" y="0"/>
                  </a:moveTo>
                  <a:lnTo>
                    <a:pt x="249396" y="6572"/>
                  </a:lnTo>
                  <a:lnTo>
                    <a:pt x="212480" y="41120"/>
                  </a:lnTo>
                  <a:lnTo>
                    <a:pt x="201864" y="80831"/>
                  </a:lnTo>
                  <a:lnTo>
                    <a:pt x="200558" y="126364"/>
                  </a:lnTo>
                  <a:lnTo>
                    <a:pt x="201838" y="151380"/>
                  </a:lnTo>
                  <a:lnTo>
                    <a:pt x="212213" y="191472"/>
                  </a:lnTo>
                  <a:lnTo>
                    <a:pt x="248872" y="225139"/>
                  </a:lnTo>
                  <a:lnTo>
                    <a:pt x="290322" y="231521"/>
                  </a:lnTo>
                  <a:lnTo>
                    <a:pt x="312229" y="229879"/>
                  </a:lnTo>
                  <a:lnTo>
                    <a:pt x="330898" y="224964"/>
                  </a:lnTo>
                  <a:lnTo>
                    <a:pt x="346328" y="216787"/>
                  </a:lnTo>
                  <a:lnTo>
                    <a:pt x="358521" y="205359"/>
                  </a:lnTo>
                  <a:lnTo>
                    <a:pt x="367428" y="191262"/>
                  </a:lnTo>
                  <a:lnTo>
                    <a:pt x="290068" y="191262"/>
                  </a:lnTo>
                  <a:lnTo>
                    <a:pt x="279685" y="190353"/>
                  </a:lnTo>
                  <a:lnTo>
                    <a:pt x="252364" y="156606"/>
                  </a:lnTo>
                  <a:lnTo>
                    <a:pt x="250190" y="105156"/>
                  </a:lnTo>
                  <a:lnTo>
                    <a:pt x="250737" y="88725"/>
                  </a:lnTo>
                  <a:lnTo>
                    <a:pt x="264241" y="48436"/>
                  </a:lnTo>
                  <a:lnTo>
                    <a:pt x="289941" y="40132"/>
                  </a:lnTo>
                  <a:lnTo>
                    <a:pt x="368107" y="40132"/>
                  </a:lnTo>
                  <a:lnTo>
                    <a:pt x="359028" y="25526"/>
                  </a:lnTo>
                  <a:lnTo>
                    <a:pt x="346934" y="14358"/>
                  </a:lnTo>
                  <a:lnTo>
                    <a:pt x="331422" y="6381"/>
                  </a:lnTo>
                  <a:lnTo>
                    <a:pt x="312505" y="1595"/>
                  </a:lnTo>
                  <a:lnTo>
                    <a:pt x="290195" y="0"/>
                  </a:lnTo>
                  <a:close/>
                </a:path>
                <a:path w="1002029" h="231775">
                  <a:moveTo>
                    <a:pt x="368107" y="40132"/>
                  </a:moveTo>
                  <a:lnTo>
                    <a:pt x="289941" y="40132"/>
                  </a:lnTo>
                  <a:lnTo>
                    <a:pt x="300561" y="41060"/>
                  </a:lnTo>
                  <a:lnTo>
                    <a:pt x="309372" y="43846"/>
                  </a:lnTo>
                  <a:lnTo>
                    <a:pt x="329547" y="89923"/>
                  </a:lnTo>
                  <a:lnTo>
                    <a:pt x="330073" y="126364"/>
                  </a:lnTo>
                  <a:lnTo>
                    <a:pt x="329525" y="142867"/>
                  </a:lnTo>
                  <a:lnTo>
                    <a:pt x="316071" y="183064"/>
                  </a:lnTo>
                  <a:lnTo>
                    <a:pt x="290068" y="191262"/>
                  </a:lnTo>
                  <a:lnTo>
                    <a:pt x="367428" y="191262"/>
                  </a:lnTo>
                  <a:lnTo>
                    <a:pt x="367835" y="190617"/>
                  </a:lnTo>
                  <a:lnTo>
                    <a:pt x="374459" y="172481"/>
                  </a:lnTo>
                  <a:lnTo>
                    <a:pt x="378416" y="150941"/>
                  </a:lnTo>
                  <a:lnTo>
                    <a:pt x="379709" y="126364"/>
                  </a:lnTo>
                  <a:lnTo>
                    <a:pt x="379704" y="105156"/>
                  </a:lnTo>
                  <a:lnTo>
                    <a:pt x="378442" y="80212"/>
                  </a:lnTo>
                  <a:lnTo>
                    <a:pt x="374570" y="58356"/>
                  </a:lnTo>
                  <a:lnTo>
                    <a:pt x="368107" y="40132"/>
                  </a:lnTo>
                  <a:close/>
                </a:path>
                <a:path w="1002029" h="231775">
                  <a:moveTo>
                    <a:pt x="497459" y="0"/>
                  </a:moveTo>
                  <a:lnTo>
                    <a:pt x="456660" y="6572"/>
                  </a:lnTo>
                  <a:lnTo>
                    <a:pt x="419744" y="41120"/>
                  </a:lnTo>
                  <a:lnTo>
                    <a:pt x="409128" y="80831"/>
                  </a:lnTo>
                  <a:lnTo>
                    <a:pt x="407822" y="126364"/>
                  </a:lnTo>
                  <a:lnTo>
                    <a:pt x="409102" y="151380"/>
                  </a:lnTo>
                  <a:lnTo>
                    <a:pt x="419477" y="191472"/>
                  </a:lnTo>
                  <a:lnTo>
                    <a:pt x="456136" y="225139"/>
                  </a:lnTo>
                  <a:lnTo>
                    <a:pt x="497586" y="231521"/>
                  </a:lnTo>
                  <a:lnTo>
                    <a:pt x="519493" y="229879"/>
                  </a:lnTo>
                  <a:lnTo>
                    <a:pt x="538162" y="224964"/>
                  </a:lnTo>
                  <a:lnTo>
                    <a:pt x="553593" y="216787"/>
                  </a:lnTo>
                  <a:lnTo>
                    <a:pt x="565785" y="205359"/>
                  </a:lnTo>
                  <a:lnTo>
                    <a:pt x="574692" y="191262"/>
                  </a:lnTo>
                  <a:lnTo>
                    <a:pt x="497331" y="191262"/>
                  </a:lnTo>
                  <a:lnTo>
                    <a:pt x="486949" y="190353"/>
                  </a:lnTo>
                  <a:lnTo>
                    <a:pt x="459628" y="156606"/>
                  </a:lnTo>
                  <a:lnTo>
                    <a:pt x="457453" y="105156"/>
                  </a:lnTo>
                  <a:lnTo>
                    <a:pt x="458001" y="88725"/>
                  </a:lnTo>
                  <a:lnTo>
                    <a:pt x="471505" y="48436"/>
                  </a:lnTo>
                  <a:lnTo>
                    <a:pt x="497204" y="40132"/>
                  </a:lnTo>
                  <a:lnTo>
                    <a:pt x="575371" y="40132"/>
                  </a:lnTo>
                  <a:lnTo>
                    <a:pt x="566293" y="25526"/>
                  </a:lnTo>
                  <a:lnTo>
                    <a:pt x="554198" y="14358"/>
                  </a:lnTo>
                  <a:lnTo>
                    <a:pt x="538686" y="6381"/>
                  </a:lnTo>
                  <a:lnTo>
                    <a:pt x="519769" y="1595"/>
                  </a:lnTo>
                  <a:lnTo>
                    <a:pt x="497459" y="0"/>
                  </a:lnTo>
                  <a:close/>
                </a:path>
                <a:path w="1002029" h="231775">
                  <a:moveTo>
                    <a:pt x="575371" y="40132"/>
                  </a:moveTo>
                  <a:lnTo>
                    <a:pt x="497204" y="40132"/>
                  </a:lnTo>
                  <a:lnTo>
                    <a:pt x="507825" y="41060"/>
                  </a:lnTo>
                  <a:lnTo>
                    <a:pt x="516636" y="43846"/>
                  </a:lnTo>
                  <a:lnTo>
                    <a:pt x="536811" y="89923"/>
                  </a:lnTo>
                  <a:lnTo>
                    <a:pt x="537337" y="126364"/>
                  </a:lnTo>
                  <a:lnTo>
                    <a:pt x="536789" y="142867"/>
                  </a:lnTo>
                  <a:lnTo>
                    <a:pt x="523335" y="183064"/>
                  </a:lnTo>
                  <a:lnTo>
                    <a:pt x="497331" y="191262"/>
                  </a:lnTo>
                  <a:lnTo>
                    <a:pt x="574692" y="191262"/>
                  </a:lnTo>
                  <a:lnTo>
                    <a:pt x="575099" y="190617"/>
                  </a:lnTo>
                  <a:lnTo>
                    <a:pt x="581723" y="172481"/>
                  </a:lnTo>
                  <a:lnTo>
                    <a:pt x="585680" y="150941"/>
                  </a:lnTo>
                  <a:lnTo>
                    <a:pt x="586973" y="126364"/>
                  </a:lnTo>
                  <a:lnTo>
                    <a:pt x="586968" y="105156"/>
                  </a:lnTo>
                  <a:lnTo>
                    <a:pt x="585706" y="80212"/>
                  </a:lnTo>
                  <a:lnTo>
                    <a:pt x="581834" y="58356"/>
                  </a:lnTo>
                  <a:lnTo>
                    <a:pt x="575371" y="40132"/>
                  </a:lnTo>
                  <a:close/>
                </a:path>
                <a:path w="1002029" h="231775">
                  <a:moveTo>
                    <a:pt x="704723" y="0"/>
                  </a:moveTo>
                  <a:lnTo>
                    <a:pt x="663924" y="6572"/>
                  </a:lnTo>
                  <a:lnTo>
                    <a:pt x="627008" y="41120"/>
                  </a:lnTo>
                  <a:lnTo>
                    <a:pt x="616392" y="80831"/>
                  </a:lnTo>
                  <a:lnTo>
                    <a:pt x="615086" y="126364"/>
                  </a:lnTo>
                  <a:lnTo>
                    <a:pt x="616366" y="151380"/>
                  </a:lnTo>
                  <a:lnTo>
                    <a:pt x="626741" y="191472"/>
                  </a:lnTo>
                  <a:lnTo>
                    <a:pt x="663400" y="225139"/>
                  </a:lnTo>
                  <a:lnTo>
                    <a:pt x="704850" y="231521"/>
                  </a:lnTo>
                  <a:lnTo>
                    <a:pt x="726757" y="229879"/>
                  </a:lnTo>
                  <a:lnTo>
                    <a:pt x="745426" y="224964"/>
                  </a:lnTo>
                  <a:lnTo>
                    <a:pt x="760856" y="216787"/>
                  </a:lnTo>
                  <a:lnTo>
                    <a:pt x="773049" y="205359"/>
                  </a:lnTo>
                  <a:lnTo>
                    <a:pt x="781956" y="191262"/>
                  </a:lnTo>
                  <a:lnTo>
                    <a:pt x="704596" y="191262"/>
                  </a:lnTo>
                  <a:lnTo>
                    <a:pt x="694213" y="190353"/>
                  </a:lnTo>
                  <a:lnTo>
                    <a:pt x="666892" y="156606"/>
                  </a:lnTo>
                  <a:lnTo>
                    <a:pt x="664718" y="105156"/>
                  </a:lnTo>
                  <a:lnTo>
                    <a:pt x="665265" y="88725"/>
                  </a:lnTo>
                  <a:lnTo>
                    <a:pt x="678769" y="48436"/>
                  </a:lnTo>
                  <a:lnTo>
                    <a:pt x="704469" y="40132"/>
                  </a:lnTo>
                  <a:lnTo>
                    <a:pt x="782635" y="40132"/>
                  </a:lnTo>
                  <a:lnTo>
                    <a:pt x="773556" y="25526"/>
                  </a:lnTo>
                  <a:lnTo>
                    <a:pt x="761462" y="14358"/>
                  </a:lnTo>
                  <a:lnTo>
                    <a:pt x="745950" y="6381"/>
                  </a:lnTo>
                  <a:lnTo>
                    <a:pt x="727033" y="1595"/>
                  </a:lnTo>
                  <a:lnTo>
                    <a:pt x="704723" y="0"/>
                  </a:lnTo>
                  <a:close/>
                </a:path>
                <a:path w="1002029" h="231775">
                  <a:moveTo>
                    <a:pt x="782635" y="40132"/>
                  </a:moveTo>
                  <a:lnTo>
                    <a:pt x="704469" y="40132"/>
                  </a:lnTo>
                  <a:lnTo>
                    <a:pt x="715089" y="41060"/>
                  </a:lnTo>
                  <a:lnTo>
                    <a:pt x="723900" y="43846"/>
                  </a:lnTo>
                  <a:lnTo>
                    <a:pt x="744075" y="89923"/>
                  </a:lnTo>
                  <a:lnTo>
                    <a:pt x="744601" y="126364"/>
                  </a:lnTo>
                  <a:lnTo>
                    <a:pt x="744053" y="142867"/>
                  </a:lnTo>
                  <a:lnTo>
                    <a:pt x="730599" y="183064"/>
                  </a:lnTo>
                  <a:lnTo>
                    <a:pt x="704596" y="191262"/>
                  </a:lnTo>
                  <a:lnTo>
                    <a:pt x="781956" y="191262"/>
                  </a:lnTo>
                  <a:lnTo>
                    <a:pt x="782363" y="190617"/>
                  </a:lnTo>
                  <a:lnTo>
                    <a:pt x="788987" y="172481"/>
                  </a:lnTo>
                  <a:lnTo>
                    <a:pt x="792944" y="150941"/>
                  </a:lnTo>
                  <a:lnTo>
                    <a:pt x="794237" y="126364"/>
                  </a:lnTo>
                  <a:lnTo>
                    <a:pt x="794232" y="105156"/>
                  </a:lnTo>
                  <a:lnTo>
                    <a:pt x="792970" y="80212"/>
                  </a:lnTo>
                  <a:lnTo>
                    <a:pt x="789098" y="58356"/>
                  </a:lnTo>
                  <a:lnTo>
                    <a:pt x="782635" y="40132"/>
                  </a:lnTo>
                  <a:close/>
                </a:path>
                <a:path w="1002029" h="231775">
                  <a:moveTo>
                    <a:pt x="911987" y="0"/>
                  </a:moveTo>
                  <a:lnTo>
                    <a:pt x="871188" y="6572"/>
                  </a:lnTo>
                  <a:lnTo>
                    <a:pt x="834272" y="41120"/>
                  </a:lnTo>
                  <a:lnTo>
                    <a:pt x="823656" y="80831"/>
                  </a:lnTo>
                  <a:lnTo>
                    <a:pt x="822350" y="126364"/>
                  </a:lnTo>
                  <a:lnTo>
                    <a:pt x="823630" y="151380"/>
                  </a:lnTo>
                  <a:lnTo>
                    <a:pt x="834005" y="191472"/>
                  </a:lnTo>
                  <a:lnTo>
                    <a:pt x="870664" y="225139"/>
                  </a:lnTo>
                  <a:lnTo>
                    <a:pt x="912114" y="231521"/>
                  </a:lnTo>
                  <a:lnTo>
                    <a:pt x="934021" y="229879"/>
                  </a:lnTo>
                  <a:lnTo>
                    <a:pt x="952690" y="224964"/>
                  </a:lnTo>
                  <a:lnTo>
                    <a:pt x="968121" y="216787"/>
                  </a:lnTo>
                  <a:lnTo>
                    <a:pt x="980313" y="205359"/>
                  </a:lnTo>
                  <a:lnTo>
                    <a:pt x="989220" y="191262"/>
                  </a:lnTo>
                  <a:lnTo>
                    <a:pt x="911860" y="191262"/>
                  </a:lnTo>
                  <a:lnTo>
                    <a:pt x="901477" y="190353"/>
                  </a:lnTo>
                  <a:lnTo>
                    <a:pt x="874156" y="156606"/>
                  </a:lnTo>
                  <a:lnTo>
                    <a:pt x="871981" y="105156"/>
                  </a:lnTo>
                  <a:lnTo>
                    <a:pt x="872529" y="88725"/>
                  </a:lnTo>
                  <a:lnTo>
                    <a:pt x="886033" y="48436"/>
                  </a:lnTo>
                  <a:lnTo>
                    <a:pt x="911733" y="40132"/>
                  </a:lnTo>
                  <a:lnTo>
                    <a:pt x="989899" y="40132"/>
                  </a:lnTo>
                  <a:lnTo>
                    <a:pt x="980821" y="25526"/>
                  </a:lnTo>
                  <a:lnTo>
                    <a:pt x="968726" y="14358"/>
                  </a:lnTo>
                  <a:lnTo>
                    <a:pt x="953214" y="6381"/>
                  </a:lnTo>
                  <a:lnTo>
                    <a:pt x="934297" y="1595"/>
                  </a:lnTo>
                  <a:lnTo>
                    <a:pt x="911987" y="0"/>
                  </a:lnTo>
                  <a:close/>
                </a:path>
                <a:path w="1002029" h="231775">
                  <a:moveTo>
                    <a:pt x="989899" y="40132"/>
                  </a:moveTo>
                  <a:lnTo>
                    <a:pt x="911733" y="40132"/>
                  </a:lnTo>
                  <a:lnTo>
                    <a:pt x="922353" y="41060"/>
                  </a:lnTo>
                  <a:lnTo>
                    <a:pt x="931164" y="43846"/>
                  </a:lnTo>
                  <a:lnTo>
                    <a:pt x="951339" y="89923"/>
                  </a:lnTo>
                  <a:lnTo>
                    <a:pt x="951865" y="126364"/>
                  </a:lnTo>
                  <a:lnTo>
                    <a:pt x="951317" y="142867"/>
                  </a:lnTo>
                  <a:lnTo>
                    <a:pt x="937863" y="183064"/>
                  </a:lnTo>
                  <a:lnTo>
                    <a:pt x="911860" y="191262"/>
                  </a:lnTo>
                  <a:lnTo>
                    <a:pt x="989220" y="191262"/>
                  </a:lnTo>
                  <a:lnTo>
                    <a:pt x="989627" y="190617"/>
                  </a:lnTo>
                  <a:lnTo>
                    <a:pt x="996251" y="172481"/>
                  </a:lnTo>
                  <a:lnTo>
                    <a:pt x="1000208" y="150941"/>
                  </a:lnTo>
                  <a:lnTo>
                    <a:pt x="1001501" y="126364"/>
                  </a:lnTo>
                  <a:lnTo>
                    <a:pt x="1001496" y="105156"/>
                  </a:lnTo>
                  <a:lnTo>
                    <a:pt x="1000234" y="80212"/>
                  </a:lnTo>
                  <a:lnTo>
                    <a:pt x="996362" y="58356"/>
                  </a:lnTo>
                  <a:lnTo>
                    <a:pt x="989899" y="401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46183" y="2740786"/>
              <a:ext cx="171958" cy="1697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126982" y="3422649"/>
              <a:ext cx="592455" cy="1750695"/>
            </a:xfrm>
            <a:custGeom>
              <a:avLst/>
              <a:gdLst/>
              <a:ahLst/>
              <a:cxnLst/>
              <a:rect l="l" t="t" r="r" b="b"/>
              <a:pathLst>
                <a:path w="592454" h="1750695">
                  <a:moveTo>
                    <a:pt x="168148" y="192278"/>
                  </a:moveTo>
                  <a:lnTo>
                    <a:pt x="167513" y="188976"/>
                  </a:lnTo>
                  <a:lnTo>
                    <a:pt x="165989" y="187452"/>
                  </a:lnTo>
                  <a:lnTo>
                    <a:pt x="164592" y="185928"/>
                  </a:lnTo>
                  <a:lnTo>
                    <a:pt x="161417" y="185166"/>
                  </a:lnTo>
                  <a:lnTo>
                    <a:pt x="56134" y="185166"/>
                  </a:lnTo>
                  <a:lnTo>
                    <a:pt x="56134" y="183515"/>
                  </a:lnTo>
                  <a:lnTo>
                    <a:pt x="74447" y="149212"/>
                  </a:lnTo>
                  <a:lnTo>
                    <a:pt x="103505" y="136906"/>
                  </a:lnTo>
                  <a:lnTo>
                    <a:pt x="120738" y="130149"/>
                  </a:lnTo>
                  <a:lnTo>
                    <a:pt x="154305" y="107442"/>
                  </a:lnTo>
                  <a:lnTo>
                    <a:pt x="167640" y="63500"/>
                  </a:lnTo>
                  <a:lnTo>
                    <a:pt x="166344" y="49149"/>
                  </a:lnTo>
                  <a:lnTo>
                    <a:pt x="164134" y="41910"/>
                  </a:lnTo>
                  <a:lnTo>
                    <a:pt x="162496" y="36537"/>
                  </a:lnTo>
                  <a:lnTo>
                    <a:pt x="135724" y="9271"/>
                  </a:lnTo>
                  <a:lnTo>
                    <a:pt x="88900" y="0"/>
                  </a:lnTo>
                  <a:lnTo>
                    <a:pt x="75946" y="508"/>
                  </a:lnTo>
                  <a:lnTo>
                    <a:pt x="35610" y="12141"/>
                  </a:lnTo>
                  <a:lnTo>
                    <a:pt x="5715" y="42799"/>
                  </a:lnTo>
                  <a:lnTo>
                    <a:pt x="5715" y="52451"/>
                  </a:lnTo>
                  <a:lnTo>
                    <a:pt x="9652" y="57277"/>
                  </a:lnTo>
                  <a:lnTo>
                    <a:pt x="17653" y="62611"/>
                  </a:lnTo>
                  <a:lnTo>
                    <a:pt x="25527" y="67945"/>
                  </a:lnTo>
                  <a:lnTo>
                    <a:pt x="31115" y="70612"/>
                  </a:lnTo>
                  <a:lnTo>
                    <a:pt x="37973" y="70612"/>
                  </a:lnTo>
                  <a:lnTo>
                    <a:pt x="41148" y="68199"/>
                  </a:lnTo>
                  <a:lnTo>
                    <a:pt x="46736" y="58547"/>
                  </a:lnTo>
                  <a:lnTo>
                    <a:pt x="51435" y="53721"/>
                  </a:lnTo>
                  <a:lnTo>
                    <a:pt x="85344" y="41910"/>
                  </a:lnTo>
                  <a:lnTo>
                    <a:pt x="96139" y="41910"/>
                  </a:lnTo>
                  <a:lnTo>
                    <a:pt x="104267" y="44069"/>
                  </a:lnTo>
                  <a:lnTo>
                    <a:pt x="114935" y="52705"/>
                  </a:lnTo>
                  <a:lnTo>
                    <a:pt x="117602" y="58928"/>
                  </a:lnTo>
                  <a:lnTo>
                    <a:pt x="117602" y="74930"/>
                  </a:lnTo>
                  <a:lnTo>
                    <a:pt x="81153" y="100711"/>
                  </a:lnTo>
                  <a:lnTo>
                    <a:pt x="67945" y="105918"/>
                  </a:lnTo>
                  <a:lnTo>
                    <a:pt x="52438" y="113284"/>
                  </a:lnTo>
                  <a:lnTo>
                    <a:pt x="19939" y="144653"/>
                  </a:lnTo>
                  <a:lnTo>
                    <a:pt x="6121" y="188163"/>
                  </a:lnTo>
                  <a:lnTo>
                    <a:pt x="5207" y="204851"/>
                  </a:lnTo>
                  <a:lnTo>
                    <a:pt x="5207" y="220218"/>
                  </a:lnTo>
                  <a:lnTo>
                    <a:pt x="5969" y="223520"/>
                  </a:lnTo>
                  <a:lnTo>
                    <a:pt x="8763" y="226314"/>
                  </a:lnTo>
                  <a:lnTo>
                    <a:pt x="11938" y="227076"/>
                  </a:lnTo>
                  <a:lnTo>
                    <a:pt x="161544" y="227076"/>
                  </a:lnTo>
                  <a:lnTo>
                    <a:pt x="164719" y="226314"/>
                  </a:lnTo>
                  <a:lnTo>
                    <a:pt x="167513" y="223266"/>
                  </a:lnTo>
                  <a:lnTo>
                    <a:pt x="168097" y="220218"/>
                  </a:lnTo>
                  <a:lnTo>
                    <a:pt x="168148" y="192278"/>
                  </a:lnTo>
                  <a:close/>
                </a:path>
                <a:path w="592454" h="1750695">
                  <a:moveTo>
                    <a:pt x="170434" y="910590"/>
                  </a:moveTo>
                  <a:lnTo>
                    <a:pt x="169405" y="895146"/>
                  </a:lnTo>
                  <a:lnTo>
                    <a:pt x="166319" y="881354"/>
                  </a:lnTo>
                  <a:lnTo>
                    <a:pt x="165620" y="879729"/>
                  </a:lnTo>
                  <a:lnTo>
                    <a:pt x="161163" y="869238"/>
                  </a:lnTo>
                  <a:lnTo>
                    <a:pt x="132283" y="844384"/>
                  </a:lnTo>
                  <a:lnTo>
                    <a:pt x="100457" y="839597"/>
                  </a:lnTo>
                  <a:lnTo>
                    <a:pt x="93218" y="839774"/>
                  </a:lnTo>
                  <a:lnTo>
                    <a:pt x="59055" y="848995"/>
                  </a:lnTo>
                  <a:lnTo>
                    <a:pt x="58420" y="848868"/>
                  </a:lnTo>
                  <a:lnTo>
                    <a:pt x="60452" y="836295"/>
                  </a:lnTo>
                  <a:lnTo>
                    <a:pt x="64262" y="806196"/>
                  </a:lnTo>
                  <a:lnTo>
                    <a:pt x="149098" y="806196"/>
                  </a:lnTo>
                  <a:lnTo>
                    <a:pt x="152273" y="805561"/>
                  </a:lnTo>
                  <a:lnTo>
                    <a:pt x="155067" y="802513"/>
                  </a:lnTo>
                  <a:lnTo>
                    <a:pt x="155702" y="799211"/>
                  </a:lnTo>
                  <a:lnTo>
                    <a:pt x="155575" y="771271"/>
                  </a:lnTo>
                  <a:lnTo>
                    <a:pt x="154940" y="768477"/>
                  </a:lnTo>
                  <a:lnTo>
                    <a:pt x="152146" y="765683"/>
                  </a:lnTo>
                  <a:lnTo>
                    <a:pt x="148971" y="765048"/>
                  </a:lnTo>
                  <a:lnTo>
                    <a:pt x="29718" y="765048"/>
                  </a:lnTo>
                  <a:lnTo>
                    <a:pt x="26924" y="765683"/>
                  </a:lnTo>
                  <a:lnTo>
                    <a:pt x="24384" y="768223"/>
                  </a:lnTo>
                  <a:lnTo>
                    <a:pt x="23368" y="771271"/>
                  </a:lnTo>
                  <a:lnTo>
                    <a:pt x="22860" y="776224"/>
                  </a:lnTo>
                  <a:lnTo>
                    <a:pt x="12700" y="865505"/>
                  </a:lnTo>
                  <a:lnTo>
                    <a:pt x="11430" y="876427"/>
                  </a:lnTo>
                  <a:lnTo>
                    <a:pt x="10998" y="881926"/>
                  </a:lnTo>
                  <a:lnTo>
                    <a:pt x="10922" y="888492"/>
                  </a:lnTo>
                  <a:lnTo>
                    <a:pt x="12065" y="890651"/>
                  </a:lnTo>
                  <a:lnTo>
                    <a:pt x="39370" y="897890"/>
                  </a:lnTo>
                  <a:lnTo>
                    <a:pt x="46101" y="897890"/>
                  </a:lnTo>
                  <a:lnTo>
                    <a:pt x="49530" y="896112"/>
                  </a:lnTo>
                  <a:lnTo>
                    <a:pt x="53086" y="892556"/>
                  </a:lnTo>
                  <a:lnTo>
                    <a:pt x="56642" y="888873"/>
                  </a:lnTo>
                  <a:lnTo>
                    <a:pt x="60833" y="885825"/>
                  </a:lnTo>
                  <a:lnTo>
                    <a:pt x="65786" y="883412"/>
                  </a:lnTo>
                  <a:lnTo>
                    <a:pt x="70612" y="880999"/>
                  </a:lnTo>
                  <a:lnTo>
                    <a:pt x="76835" y="879729"/>
                  </a:lnTo>
                  <a:lnTo>
                    <a:pt x="84328" y="879729"/>
                  </a:lnTo>
                  <a:lnTo>
                    <a:pt x="93345" y="880287"/>
                  </a:lnTo>
                  <a:lnTo>
                    <a:pt x="120523" y="914146"/>
                  </a:lnTo>
                  <a:lnTo>
                    <a:pt x="119951" y="922439"/>
                  </a:lnTo>
                  <a:lnTo>
                    <a:pt x="91973" y="950874"/>
                  </a:lnTo>
                  <a:lnTo>
                    <a:pt x="82931" y="951484"/>
                  </a:lnTo>
                  <a:lnTo>
                    <a:pt x="75107" y="951179"/>
                  </a:lnTo>
                  <a:lnTo>
                    <a:pt x="38227" y="935101"/>
                  </a:lnTo>
                  <a:lnTo>
                    <a:pt x="33274" y="930783"/>
                  </a:lnTo>
                  <a:lnTo>
                    <a:pt x="0" y="950595"/>
                  </a:lnTo>
                  <a:lnTo>
                    <a:pt x="0" y="953389"/>
                  </a:lnTo>
                  <a:lnTo>
                    <a:pt x="34861" y="984034"/>
                  </a:lnTo>
                  <a:lnTo>
                    <a:pt x="85725" y="992124"/>
                  </a:lnTo>
                  <a:lnTo>
                    <a:pt x="105321" y="990752"/>
                  </a:lnTo>
                  <a:lnTo>
                    <a:pt x="148971" y="970153"/>
                  </a:lnTo>
                  <a:lnTo>
                    <a:pt x="169087" y="928382"/>
                  </a:lnTo>
                  <a:lnTo>
                    <a:pt x="170434" y="910590"/>
                  </a:lnTo>
                  <a:close/>
                </a:path>
                <a:path w="592454" h="1750695">
                  <a:moveTo>
                    <a:pt x="297434" y="1717802"/>
                  </a:moveTo>
                  <a:lnTo>
                    <a:pt x="296799" y="1714500"/>
                  </a:lnTo>
                  <a:lnTo>
                    <a:pt x="293878" y="1711579"/>
                  </a:lnTo>
                  <a:lnTo>
                    <a:pt x="290703" y="1710817"/>
                  </a:lnTo>
                  <a:lnTo>
                    <a:pt x="244221" y="1710817"/>
                  </a:lnTo>
                  <a:lnTo>
                    <a:pt x="244221" y="1583436"/>
                  </a:lnTo>
                  <a:lnTo>
                    <a:pt x="244221" y="1534287"/>
                  </a:lnTo>
                  <a:lnTo>
                    <a:pt x="243459" y="1530985"/>
                  </a:lnTo>
                  <a:lnTo>
                    <a:pt x="242062" y="1529588"/>
                  </a:lnTo>
                  <a:lnTo>
                    <a:pt x="240538" y="1528191"/>
                  </a:lnTo>
                  <a:lnTo>
                    <a:pt x="237236" y="1527429"/>
                  </a:lnTo>
                  <a:lnTo>
                    <a:pt x="208407" y="1527429"/>
                  </a:lnTo>
                  <a:lnTo>
                    <a:pt x="205740" y="1527810"/>
                  </a:lnTo>
                  <a:lnTo>
                    <a:pt x="201930" y="1529080"/>
                  </a:lnTo>
                  <a:lnTo>
                    <a:pt x="199771" y="1530350"/>
                  </a:lnTo>
                  <a:lnTo>
                    <a:pt x="197485" y="1532255"/>
                  </a:lnTo>
                  <a:lnTo>
                    <a:pt x="141097" y="1578102"/>
                  </a:lnTo>
                  <a:lnTo>
                    <a:pt x="138557" y="1580007"/>
                  </a:lnTo>
                  <a:lnTo>
                    <a:pt x="136906" y="1581658"/>
                  </a:lnTo>
                  <a:lnTo>
                    <a:pt x="135001" y="1584071"/>
                  </a:lnTo>
                  <a:lnTo>
                    <a:pt x="134493" y="1585341"/>
                  </a:lnTo>
                  <a:lnTo>
                    <a:pt x="134493" y="1587627"/>
                  </a:lnTo>
                  <a:lnTo>
                    <a:pt x="148971" y="1608201"/>
                  </a:lnTo>
                  <a:lnTo>
                    <a:pt x="150495" y="1610360"/>
                  </a:lnTo>
                  <a:lnTo>
                    <a:pt x="152019" y="1611884"/>
                  </a:lnTo>
                  <a:lnTo>
                    <a:pt x="153289" y="1613027"/>
                  </a:lnTo>
                  <a:lnTo>
                    <a:pt x="154686" y="1614170"/>
                  </a:lnTo>
                  <a:lnTo>
                    <a:pt x="156083" y="1614678"/>
                  </a:lnTo>
                  <a:lnTo>
                    <a:pt x="158623" y="1614678"/>
                  </a:lnTo>
                  <a:lnTo>
                    <a:pt x="165989" y="1610106"/>
                  </a:lnTo>
                  <a:lnTo>
                    <a:pt x="183769" y="1595628"/>
                  </a:lnTo>
                  <a:lnTo>
                    <a:pt x="195707" y="1583436"/>
                  </a:lnTo>
                  <a:lnTo>
                    <a:pt x="196215" y="1583436"/>
                  </a:lnTo>
                  <a:lnTo>
                    <a:pt x="195834" y="1588770"/>
                  </a:lnTo>
                  <a:lnTo>
                    <a:pt x="195707" y="1710817"/>
                  </a:lnTo>
                  <a:lnTo>
                    <a:pt x="150368" y="1710817"/>
                  </a:lnTo>
                  <a:lnTo>
                    <a:pt x="147193" y="1711579"/>
                  </a:lnTo>
                  <a:lnTo>
                    <a:pt x="144272" y="1714500"/>
                  </a:lnTo>
                  <a:lnTo>
                    <a:pt x="143637" y="1717802"/>
                  </a:lnTo>
                  <a:lnTo>
                    <a:pt x="143675" y="1743456"/>
                  </a:lnTo>
                  <a:lnTo>
                    <a:pt x="144272" y="1746504"/>
                  </a:lnTo>
                  <a:lnTo>
                    <a:pt x="145910" y="1748155"/>
                  </a:lnTo>
                  <a:lnTo>
                    <a:pt x="147193" y="1749552"/>
                  </a:lnTo>
                  <a:lnTo>
                    <a:pt x="150368" y="1750187"/>
                  </a:lnTo>
                  <a:lnTo>
                    <a:pt x="290703" y="1750187"/>
                  </a:lnTo>
                  <a:lnTo>
                    <a:pt x="293878" y="1749552"/>
                  </a:lnTo>
                  <a:lnTo>
                    <a:pt x="295275" y="1748155"/>
                  </a:lnTo>
                  <a:lnTo>
                    <a:pt x="296799" y="1746758"/>
                  </a:lnTo>
                  <a:lnTo>
                    <a:pt x="297434" y="1743456"/>
                  </a:lnTo>
                  <a:lnTo>
                    <a:pt x="297434" y="1717802"/>
                  </a:lnTo>
                  <a:close/>
                </a:path>
                <a:path w="592454" h="1750695">
                  <a:moveTo>
                    <a:pt x="384898" y="865759"/>
                  </a:moveTo>
                  <a:lnTo>
                    <a:pt x="383641" y="840892"/>
                  </a:lnTo>
                  <a:lnTo>
                    <a:pt x="379768" y="819048"/>
                  </a:lnTo>
                  <a:lnTo>
                    <a:pt x="373303" y="800836"/>
                  </a:lnTo>
                  <a:lnTo>
                    <a:pt x="364236" y="786257"/>
                  </a:lnTo>
                  <a:lnTo>
                    <a:pt x="352132" y="775093"/>
                  </a:lnTo>
                  <a:lnTo>
                    <a:pt x="336626" y="767118"/>
                  </a:lnTo>
                  <a:lnTo>
                    <a:pt x="335280" y="766787"/>
                  </a:lnTo>
                  <a:lnTo>
                    <a:pt x="335280" y="887095"/>
                  </a:lnTo>
                  <a:lnTo>
                    <a:pt x="334721" y="903528"/>
                  </a:lnTo>
                  <a:lnTo>
                    <a:pt x="321271" y="943698"/>
                  </a:lnTo>
                  <a:lnTo>
                    <a:pt x="295275" y="951992"/>
                  </a:lnTo>
                  <a:lnTo>
                    <a:pt x="284886" y="951077"/>
                  </a:lnTo>
                  <a:lnTo>
                    <a:pt x="257568" y="917232"/>
                  </a:lnTo>
                  <a:lnTo>
                    <a:pt x="255397" y="887095"/>
                  </a:lnTo>
                  <a:lnTo>
                    <a:pt x="255397" y="865759"/>
                  </a:lnTo>
                  <a:lnTo>
                    <a:pt x="260324" y="824242"/>
                  </a:lnTo>
                  <a:lnTo>
                    <a:pt x="295148" y="800735"/>
                  </a:lnTo>
                  <a:lnTo>
                    <a:pt x="305765" y="801674"/>
                  </a:lnTo>
                  <a:lnTo>
                    <a:pt x="333159" y="836091"/>
                  </a:lnTo>
                  <a:lnTo>
                    <a:pt x="335280" y="887095"/>
                  </a:lnTo>
                  <a:lnTo>
                    <a:pt x="335280" y="766787"/>
                  </a:lnTo>
                  <a:lnTo>
                    <a:pt x="317703" y="762330"/>
                  </a:lnTo>
                  <a:lnTo>
                    <a:pt x="295402" y="760730"/>
                  </a:lnTo>
                  <a:lnTo>
                    <a:pt x="273392" y="762381"/>
                  </a:lnTo>
                  <a:lnTo>
                    <a:pt x="226949" y="787019"/>
                  </a:lnTo>
                  <a:lnTo>
                    <a:pt x="207175" y="841514"/>
                  </a:lnTo>
                  <a:lnTo>
                    <a:pt x="205892" y="865759"/>
                  </a:lnTo>
                  <a:lnTo>
                    <a:pt x="205892" y="887095"/>
                  </a:lnTo>
                  <a:lnTo>
                    <a:pt x="211010" y="933932"/>
                  </a:lnTo>
                  <a:lnTo>
                    <a:pt x="238531" y="977823"/>
                  </a:lnTo>
                  <a:lnTo>
                    <a:pt x="295529" y="992124"/>
                  </a:lnTo>
                  <a:lnTo>
                    <a:pt x="317436" y="990511"/>
                  </a:lnTo>
                  <a:lnTo>
                    <a:pt x="336105" y="985621"/>
                  </a:lnTo>
                  <a:lnTo>
                    <a:pt x="351536" y="977455"/>
                  </a:lnTo>
                  <a:lnTo>
                    <a:pt x="363728" y="965962"/>
                  </a:lnTo>
                  <a:lnTo>
                    <a:pt x="372554" y="951992"/>
                  </a:lnTo>
                  <a:lnTo>
                    <a:pt x="373037" y="951230"/>
                  </a:lnTo>
                  <a:lnTo>
                    <a:pt x="379666" y="933094"/>
                  </a:lnTo>
                  <a:lnTo>
                    <a:pt x="383616" y="911555"/>
                  </a:lnTo>
                  <a:lnTo>
                    <a:pt x="384898" y="887095"/>
                  </a:lnTo>
                  <a:lnTo>
                    <a:pt x="384898" y="865759"/>
                  </a:lnTo>
                  <a:close/>
                </a:path>
                <a:path w="592454" h="1750695">
                  <a:moveTo>
                    <a:pt x="384898" y="105029"/>
                  </a:moveTo>
                  <a:lnTo>
                    <a:pt x="383641" y="80162"/>
                  </a:lnTo>
                  <a:lnTo>
                    <a:pt x="379768" y="58318"/>
                  </a:lnTo>
                  <a:lnTo>
                    <a:pt x="373303" y="40106"/>
                  </a:lnTo>
                  <a:lnTo>
                    <a:pt x="364236" y="25527"/>
                  </a:lnTo>
                  <a:lnTo>
                    <a:pt x="352132" y="14363"/>
                  </a:lnTo>
                  <a:lnTo>
                    <a:pt x="336626" y="6388"/>
                  </a:lnTo>
                  <a:lnTo>
                    <a:pt x="335280" y="6057"/>
                  </a:lnTo>
                  <a:lnTo>
                    <a:pt x="335280" y="126365"/>
                  </a:lnTo>
                  <a:lnTo>
                    <a:pt x="334721" y="142798"/>
                  </a:lnTo>
                  <a:lnTo>
                    <a:pt x="321271" y="182968"/>
                  </a:lnTo>
                  <a:lnTo>
                    <a:pt x="295275" y="191262"/>
                  </a:lnTo>
                  <a:lnTo>
                    <a:pt x="284886" y="190347"/>
                  </a:lnTo>
                  <a:lnTo>
                    <a:pt x="257568" y="156502"/>
                  </a:lnTo>
                  <a:lnTo>
                    <a:pt x="255397" y="126365"/>
                  </a:lnTo>
                  <a:lnTo>
                    <a:pt x="255397" y="105029"/>
                  </a:lnTo>
                  <a:lnTo>
                    <a:pt x="260324" y="63512"/>
                  </a:lnTo>
                  <a:lnTo>
                    <a:pt x="295148" y="40005"/>
                  </a:lnTo>
                  <a:lnTo>
                    <a:pt x="305765" y="40944"/>
                  </a:lnTo>
                  <a:lnTo>
                    <a:pt x="333159" y="75349"/>
                  </a:lnTo>
                  <a:lnTo>
                    <a:pt x="335280" y="126365"/>
                  </a:lnTo>
                  <a:lnTo>
                    <a:pt x="335280" y="6057"/>
                  </a:lnTo>
                  <a:lnTo>
                    <a:pt x="317703" y="1600"/>
                  </a:lnTo>
                  <a:lnTo>
                    <a:pt x="295402" y="0"/>
                  </a:lnTo>
                  <a:lnTo>
                    <a:pt x="273392" y="1651"/>
                  </a:lnTo>
                  <a:lnTo>
                    <a:pt x="226949" y="26289"/>
                  </a:lnTo>
                  <a:lnTo>
                    <a:pt x="207175" y="80772"/>
                  </a:lnTo>
                  <a:lnTo>
                    <a:pt x="205892" y="105029"/>
                  </a:lnTo>
                  <a:lnTo>
                    <a:pt x="205892" y="126365"/>
                  </a:lnTo>
                  <a:lnTo>
                    <a:pt x="211010" y="173151"/>
                  </a:lnTo>
                  <a:lnTo>
                    <a:pt x="238531" y="217093"/>
                  </a:lnTo>
                  <a:lnTo>
                    <a:pt x="295529" y="231394"/>
                  </a:lnTo>
                  <a:lnTo>
                    <a:pt x="317436" y="229755"/>
                  </a:lnTo>
                  <a:lnTo>
                    <a:pt x="336105" y="224840"/>
                  </a:lnTo>
                  <a:lnTo>
                    <a:pt x="351536" y="216662"/>
                  </a:lnTo>
                  <a:lnTo>
                    <a:pt x="363728" y="205232"/>
                  </a:lnTo>
                  <a:lnTo>
                    <a:pt x="372554" y="191262"/>
                  </a:lnTo>
                  <a:lnTo>
                    <a:pt x="373037" y="190500"/>
                  </a:lnTo>
                  <a:lnTo>
                    <a:pt x="379666" y="172364"/>
                  </a:lnTo>
                  <a:lnTo>
                    <a:pt x="383616" y="150825"/>
                  </a:lnTo>
                  <a:lnTo>
                    <a:pt x="384898" y="126365"/>
                  </a:lnTo>
                  <a:lnTo>
                    <a:pt x="384898" y="105029"/>
                  </a:lnTo>
                  <a:close/>
                </a:path>
                <a:path w="592454" h="1750695">
                  <a:moveTo>
                    <a:pt x="507619" y="1669415"/>
                  </a:moveTo>
                  <a:lnTo>
                    <a:pt x="506857" y="1665986"/>
                  </a:lnTo>
                  <a:lnTo>
                    <a:pt x="504825" y="1663954"/>
                  </a:lnTo>
                  <a:lnTo>
                    <a:pt x="504063" y="1663192"/>
                  </a:lnTo>
                  <a:lnTo>
                    <a:pt x="500761" y="1662430"/>
                  </a:lnTo>
                  <a:lnTo>
                    <a:pt x="478790" y="1662430"/>
                  </a:lnTo>
                  <a:lnTo>
                    <a:pt x="478790" y="1585849"/>
                  </a:lnTo>
                  <a:lnTo>
                    <a:pt x="478790" y="1534414"/>
                  </a:lnTo>
                  <a:lnTo>
                    <a:pt x="478028" y="1530985"/>
                  </a:lnTo>
                  <a:lnTo>
                    <a:pt x="474726" y="1528191"/>
                  </a:lnTo>
                  <a:lnTo>
                    <a:pt x="471551" y="1527429"/>
                  </a:lnTo>
                  <a:lnTo>
                    <a:pt x="444119" y="1527429"/>
                  </a:lnTo>
                  <a:lnTo>
                    <a:pt x="432308" y="1535709"/>
                  </a:lnTo>
                  <a:lnTo>
                    <a:pt x="432308" y="1585849"/>
                  </a:lnTo>
                  <a:lnTo>
                    <a:pt x="431711" y="1592021"/>
                  </a:lnTo>
                  <a:lnTo>
                    <a:pt x="431266" y="1599082"/>
                  </a:lnTo>
                  <a:lnTo>
                    <a:pt x="430999" y="1607019"/>
                  </a:lnTo>
                  <a:lnTo>
                    <a:pt x="430911" y="1662430"/>
                  </a:lnTo>
                  <a:lnTo>
                    <a:pt x="405130" y="1662430"/>
                  </a:lnTo>
                  <a:lnTo>
                    <a:pt x="396100" y="1662531"/>
                  </a:lnTo>
                  <a:lnTo>
                    <a:pt x="388035" y="1662811"/>
                  </a:lnTo>
                  <a:lnTo>
                    <a:pt x="380936" y="1663293"/>
                  </a:lnTo>
                  <a:lnTo>
                    <a:pt x="374777" y="1663954"/>
                  </a:lnTo>
                  <a:lnTo>
                    <a:pt x="374777" y="1663192"/>
                  </a:lnTo>
                  <a:lnTo>
                    <a:pt x="417068" y="1607820"/>
                  </a:lnTo>
                  <a:lnTo>
                    <a:pt x="431419" y="1585849"/>
                  </a:lnTo>
                  <a:lnTo>
                    <a:pt x="432308" y="1585849"/>
                  </a:lnTo>
                  <a:lnTo>
                    <a:pt x="432308" y="1535709"/>
                  </a:lnTo>
                  <a:lnTo>
                    <a:pt x="431927" y="1536192"/>
                  </a:lnTo>
                  <a:lnTo>
                    <a:pt x="335737" y="1663319"/>
                  </a:lnTo>
                  <a:lnTo>
                    <a:pt x="330581" y="1675003"/>
                  </a:lnTo>
                  <a:lnTo>
                    <a:pt x="330581" y="1695450"/>
                  </a:lnTo>
                  <a:lnTo>
                    <a:pt x="331343" y="1698752"/>
                  </a:lnTo>
                  <a:lnTo>
                    <a:pt x="332740" y="1700276"/>
                  </a:lnTo>
                  <a:lnTo>
                    <a:pt x="334137" y="1701673"/>
                  </a:lnTo>
                  <a:lnTo>
                    <a:pt x="337439" y="1702435"/>
                  </a:lnTo>
                  <a:lnTo>
                    <a:pt x="430911" y="1702435"/>
                  </a:lnTo>
                  <a:lnTo>
                    <a:pt x="430911" y="1743329"/>
                  </a:lnTo>
                  <a:lnTo>
                    <a:pt x="431546" y="1746631"/>
                  </a:lnTo>
                  <a:lnTo>
                    <a:pt x="432943" y="1748028"/>
                  </a:lnTo>
                  <a:lnTo>
                    <a:pt x="434213" y="1749552"/>
                  </a:lnTo>
                  <a:lnTo>
                    <a:pt x="437515" y="1750187"/>
                  </a:lnTo>
                  <a:lnTo>
                    <a:pt x="471932" y="1750187"/>
                  </a:lnTo>
                  <a:lnTo>
                    <a:pt x="475234" y="1749425"/>
                  </a:lnTo>
                  <a:lnTo>
                    <a:pt x="476631" y="1747901"/>
                  </a:lnTo>
                  <a:lnTo>
                    <a:pt x="478155" y="1746377"/>
                  </a:lnTo>
                  <a:lnTo>
                    <a:pt x="478764" y="1743329"/>
                  </a:lnTo>
                  <a:lnTo>
                    <a:pt x="478790" y="1702435"/>
                  </a:lnTo>
                  <a:lnTo>
                    <a:pt x="500761" y="1702435"/>
                  </a:lnTo>
                  <a:lnTo>
                    <a:pt x="504063" y="1701673"/>
                  </a:lnTo>
                  <a:lnTo>
                    <a:pt x="505460" y="1700149"/>
                  </a:lnTo>
                  <a:lnTo>
                    <a:pt x="506857" y="1698498"/>
                  </a:lnTo>
                  <a:lnTo>
                    <a:pt x="507555" y="1695450"/>
                  </a:lnTo>
                  <a:lnTo>
                    <a:pt x="507619" y="1669415"/>
                  </a:lnTo>
                  <a:close/>
                </a:path>
                <a:path w="592454" h="1750695">
                  <a:moveTo>
                    <a:pt x="592201" y="861441"/>
                  </a:moveTo>
                  <a:lnTo>
                    <a:pt x="591566" y="858266"/>
                  </a:lnTo>
                  <a:lnTo>
                    <a:pt x="590169" y="856742"/>
                  </a:lnTo>
                  <a:lnTo>
                    <a:pt x="588772" y="855345"/>
                  </a:lnTo>
                  <a:lnTo>
                    <a:pt x="585597" y="854583"/>
                  </a:lnTo>
                  <a:lnTo>
                    <a:pt x="526034" y="854583"/>
                  </a:lnTo>
                  <a:lnTo>
                    <a:pt x="526034" y="795147"/>
                  </a:lnTo>
                  <a:lnTo>
                    <a:pt x="525272" y="791972"/>
                  </a:lnTo>
                  <a:lnTo>
                    <a:pt x="523748" y="790448"/>
                  </a:lnTo>
                  <a:lnTo>
                    <a:pt x="522351" y="788924"/>
                  </a:lnTo>
                  <a:lnTo>
                    <a:pt x="519049" y="788289"/>
                  </a:lnTo>
                  <a:lnTo>
                    <a:pt x="493141" y="788289"/>
                  </a:lnTo>
                  <a:lnTo>
                    <a:pt x="489966" y="789051"/>
                  </a:lnTo>
                  <a:lnTo>
                    <a:pt x="486918" y="792099"/>
                  </a:lnTo>
                  <a:lnTo>
                    <a:pt x="486181" y="795147"/>
                  </a:lnTo>
                  <a:lnTo>
                    <a:pt x="486156" y="854583"/>
                  </a:lnTo>
                  <a:lnTo>
                    <a:pt x="426847" y="854583"/>
                  </a:lnTo>
                  <a:lnTo>
                    <a:pt x="423672" y="855345"/>
                  </a:lnTo>
                  <a:lnTo>
                    <a:pt x="422275" y="856742"/>
                  </a:lnTo>
                  <a:lnTo>
                    <a:pt x="420878" y="858266"/>
                  </a:lnTo>
                  <a:lnTo>
                    <a:pt x="420243" y="861441"/>
                  </a:lnTo>
                  <a:lnTo>
                    <a:pt x="420255" y="884809"/>
                  </a:lnTo>
                  <a:lnTo>
                    <a:pt x="420878" y="887984"/>
                  </a:lnTo>
                  <a:lnTo>
                    <a:pt x="422402" y="889508"/>
                  </a:lnTo>
                  <a:lnTo>
                    <a:pt x="423799" y="891032"/>
                  </a:lnTo>
                  <a:lnTo>
                    <a:pt x="426974" y="891794"/>
                  </a:lnTo>
                  <a:lnTo>
                    <a:pt x="486156" y="891794"/>
                  </a:lnTo>
                  <a:lnTo>
                    <a:pt x="486156" y="951357"/>
                  </a:lnTo>
                  <a:lnTo>
                    <a:pt x="486918" y="954532"/>
                  </a:lnTo>
                  <a:lnTo>
                    <a:pt x="489966" y="957326"/>
                  </a:lnTo>
                  <a:lnTo>
                    <a:pt x="493141" y="958088"/>
                  </a:lnTo>
                  <a:lnTo>
                    <a:pt x="519176" y="958088"/>
                  </a:lnTo>
                  <a:lnTo>
                    <a:pt x="526034" y="891794"/>
                  </a:lnTo>
                  <a:lnTo>
                    <a:pt x="585470" y="891794"/>
                  </a:lnTo>
                  <a:lnTo>
                    <a:pt x="588645" y="891032"/>
                  </a:lnTo>
                  <a:lnTo>
                    <a:pt x="591566" y="888111"/>
                  </a:lnTo>
                  <a:lnTo>
                    <a:pt x="592201" y="884809"/>
                  </a:lnTo>
                  <a:lnTo>
                    <a:pt x="592201" y="861441"/>
                  </a:lnTo>
                  <a:close/>
                </a:path>
                <a:path w="592454" h="1750695">
                  <a:moveTo>
                    <a:pt x="592201" y="100711"/>
                  </a:moveTo>
                  <a:lnTo>
                    <a:pt x="591566" y="97536"/>
                  </a:lnTo>
                  <a:lnTo>
                    <a:pt x="590169" y="96012"/>
                  </a:lnTo>
                  <a:lnTo>
                    <a:pt x="588772" y="94615"/>
                  </a:lnTo>
                  <a:lnTo>
                    <a:pt x="585597" y="93853"/>
                  </a:lnTo>
                  <a:lnTo>
                    <a:pt x="526034" y="93853"/>
                  </a:lnTo>
                  <a:lnTo>
                    <a:pt x="526034" y="34417"/>
                  </a:lnTo>
                  <a:lnTo>
                    <a:pt x="525272" y="31242"/>
                  </a:lnTo>
                  <a:lnTo>
                    <a:pt x="523748" y="29718"/>
                  </a:lnTo>
                  <a:lnTo>
                    <a:pt x="522351" y="28194"/>
                  </a:lnTo>
                  <a:lnTo>
                    <a:pt x="519049" y="27559"/>
                  </a:lnTo>
                  <a:lnTo>
                    <a:pt x="493141" y="27559"/>
                  </a:lnTo>
                  <a:lnTo>
                    <a:pt x="489966" y="28321"/>
                  </a:lnTo>
                  <a:lnTo>
                    <a:pt x="486918" y="31369"/>
                  </a:lnTo>
                  <a:lnTo>
                    <a:pt x="486181" y="34417"/>
                  </a:lnTo>
                  <a:lnTo>
                    <a:pt x="486156" y="93853"/>
                  </a:lnTo>
                  <a:lnTo>
                    <a:pt x="426847" y="93853"/>
                  </a:lnTo>
                  <a:lnTo>
                    <a:pt x="423672" y="94615"/>
                  </a:lnTo>
                  <a:lnTo>
                    <a:pt x="422275" y="96012"/>
                  </a:lnTo>
                  <a:lnTo>
                    <a:pt x="420878" y="97536"/>
                  </a:lnTo>
                  <a:lnTo>
                    <a:pt x="420243" y="100711"/>
                  </a:lnTo>
                  <a:lnTo>
                    <a:pt x="420255" y="124079"/>
                  </a:lnTo>
                  <a:lnTo>
                    <a:pt x="420878" y="127254"/>
                  </a:lnTo>
                  <a:lnTo>
                    <a:pt x="422402" y="128778"/>
                  </a:lnTo>
                  <a:lnTo>
                    <a:pt x="423799" y="130302"/>
                  </a:lnTo>
                  <a:lnTo>
                    <a:pt x="426974" y="131064"/>
                  </a:lnTo>
                  <a:lnTo>
                    <a:pt x="486156" y="131064"/>
                  </a:lnTo>
                  <a:lnTo>
                    <a:pt x="486156" y="190627"/>
                  </a:lnTo>
                  <a:lnTo>
                    <a:pt x="486918" y="193802"/>
                  </a:lnTo>
                  <a:lnTo>
                    <a:pt x="489966" y="196596"/>
                  </a:lnTo>
                  <a:lnTo>
                    <a:pt x="493141" y="197358"/>
                  </a:lnTo>
                  <a:lnTo>
                    <a:pt x="519176" y="197358"/>
                  </a:lnTo>
                  <a:lnTo>
                    <a:pt x="522478" y="196596"/>
                  </a:lnTo>
                  <a:lnTo>
                    <a:pt x="523875" y="194945"/>
                  </a:lnTo>
                  <a:lnTo>
                    <a:pt x="525272" y="193421"/>
                  </a:lnTo>
                  <a:lnTo>
                    <a:pt x="525932" y="190627"/>
                  </a:lnTo>
                  <a:lnTo>
                    <a:pt x="526034" y="131064"/>
                  </a:lnTo>
                  <a:lnTo>
                    <a:pt x="585470" y="131064"/>
                  </a:lnTo>
                  <a:lnTo>
                    <a:pt x="588645" y="130302"/>
                  </a:lnTo>
                  <a:lnTo>
                    <a:pt x="591566" y="127381"/>
                  </a:lnTo>
                  <a:lnTo>
                    <a:pt x="592201" y="124079"/>
                  </a:lnTo>
                  <a:lnTo>
                    <a:pt x="592201" y="1007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65540" y="2611628"/>
            <a:ext cx="1276350" cy="262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35" dirty="0">
                <a:solidFill>
                  <a:srgbClr val="FFFFFF"/>
                </a:solidFill>
                <a:latin typeface="Tahoma"/>
                <a:cs typeface="Tahoma"/>
              </a:rPr>
              <a:t>20000+</a:t>
            </a:r>
            <a:endParaRPr sz="2400">
              <a:latin typeface="Tahoma"/>
              <a:cs typeface="Tahoma"/>
            </a:endParaRPr>
          </a:p>
          <a:p>
            <a:pPr marL="24765" algn="ctr">
              <a:lnSpc>
                <a:spcPct val="100000"/>
              </a:lnSpc>
              <a:spcBef>
                <a:spcPts val="2705"/>
              </a:spcBef>
            </a:pP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20+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50">
              <a:latin typeface="Tahoma"/>
              <a:cs typeface="Tahoma"/>
            </a:endParaRPr>
          </a:p>
          <a:p>
            <a:pPr marL="24765" algn="ctr">
              <a:lnSpc>
                <a:spcPct val="100000"/>
              </a:lnSpc>
            </a:pPr>
            <a:r>
              <a:rPr sz="2400" b="1" spc="-25" dirty="0">
                <a:solidFill>
                  <a:srgbClr val="FFFFFF"/>
                </a:solidFill>
                <a:latin typeface="Tahoma"/>
                <a:cs typeface="Tahoma"/>
              </a:rPr>
              <a:t>50+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Tahoma"/>
              <a:cs typeface="Tahoma"/>
            </a:endParaRPr>
          </a:p>
          <a:p>
            <a:pPr marL="61594" algn="ctr">
              <a:lnSpc>
                <a:spcPct val="100000"/>
              </a:lnSpc>
            </a:pPr>
            <a:r>
              <a:rPr sz="2400" b="1" spc="100" dirty="0">
                <a:solidFill>
                  <a:srgbClr val="FFFFFF"/>
                </a:solidFill>
                <a:latin typeface="Tahoma"/>
                <a:cs typeface="Tahoma"/>
              </a:rPr>
              <a:t>14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536" y="1321308"/>
            <a:ext cx="8173211" cy="46436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4397" y="196977"/>
            <a:ext cx="5262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2F2F2C"/>
                </a:solidFill>
                <a:latin typeface="Tahoma"/>
                <a:cs typeface="Tahoma"/>
              </a:rPr>
              <a:t>India</a:t>
            </a:r>
            <a:r>
              <a:rPr sz="3600" spc="-8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5" dirty="0">
                <a:solidFill>
                  <a:srgbClr val="2F2F2C"/>
                </a:solidFill>
                <a:latin typeface="Tahoma"/>
                <a:cs typeface="Tahoma"/>
              </a:rPr>
              <a:t>Leadership</a:t>
            </a:r>
            <a:r>
              <a:rPr sz="3600" spc="-70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-35" dirty="0">
                <a:solidFill>
                  <a:srgbClr val="2F2F2C"/>
                </a:solidFill>
                <a:latin typeface="Tahoma"/>
                <a:cs typeface="Tahoma"/>
              </a:rPr>
              <a:t>Team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2C9AB4-DCB2-0C96-9E83-36C921532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39" y="966608"/>
            <a:ext cx="1539373" cy="1539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9802A2-8154-E4C1-3CD5-6E1ABB47649C}"/>
              </a:ext>
            </a:extLst>
          </p:cNvPr>
          <p:cNvSpPr txBox="1"/>
          <p:nvPr/>
        </p:nvSpPr>
        <p:spPr>
          <a:xfrm>
            <a:off x="1828800" y="2433935"/>
            <a:ext cx="1760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Deepak Singh – S.V.P </a:t>
            </a:r>
          </a:p>
          <a:p>
            <a:pPr algn="ctr"/>
            <a:r>
              <a:rPr lang="en-US" sz="1400" b="1" dirty="0"/>
              <a:t>Ops. &amp; India Head</a:t>
            </a:r>
            <a:endParaRPr lang="en-IN" sz="1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68A073-8A10-67CA-BDCC-612DB4701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07" y="1031314"/>
            <a:ext cx="1524132" cy="14936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8F0744-B480-4026-E9BB-9A1886943D92}"/>
              </a:ext>
            </a:extLst>
          </p:cNvPr>
          <p:cNvSpPr txBox="1"/>
          <p:nvPr/>
        </p:nvSpPr>
        <p:spPr>
          <a:xfrm>
            <a:off x="4419600" y="2455793"/>
            <a:ext cx="1637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Kannayya Tolwala –</a:t>
            </a:r>
          </a:p>
          <a:p>
            <a:pPr algn="ctr"/>
            <a:r>
              <a:rPr lang="en-US" sz="1400" b="1" dirty="0"/>
              <a:t>S.V.P Operations </a:t>
            </a:r>
            <a:endParaRPr lang="en-IN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490D5F-E61D-5F2D-1ED0-2CF65489D8D1}"/>
              </a:ext>
            </a:extLst>
          </p:cNvPr>
          <p:cNvSpPr txBox="1"/>
          <p:nvPr/>
        </p:nvSpPr>
        <p:spPr>
          <a:xfrm>
            <a:off x="6553200" y="2448580"/>
            <a:ext cx="1696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Ved Prakash –</a:t>
            </a:r>
          </a:p>
          <a:p>
            <a:pPr algn="ctr"/>
            <a:r>
              <a:rPr lang="en-US" sz="1400" b="1" dirty="0"/>
              <a:t>India &amp; SL H.R Head </a:t>
            </a:r>
            <a:endParaRPr lang="en-IN" sz="1400" b="1" dirty="0"/>
          </a:p>
        </p:txBody>
      </p:sp>
      <p:pic>
        <p:nvPicPr>
          <p:cNvPr id="16" name="Picture 15" descr="A person in a suit and glasses&#10;&#10;Description automatically generated">
            <a:extLst>
              <a:ext uri="{FF2B5EF4-FFF2-40B4-BE49-F238E27FC236}">
                <a16:creationId xmlns:a16="http://schemas.microsoft.com/office/drawing/2014/main" id="{B498D028-DE00-9D76-C72D-039ACC480C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020115"/>
            <a:ext cx="1485553" cy="1469697"/>
          </a:xfrm>
          <a:prstGeom prst="ellipse">
            <a:avLst/>
          </a:prstGeom>
          <a:ln w="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3939EC-CA45-03BD-1802-D7F8F7DEA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626" y="914400"/>
            <a:ext cx="1560677" cy="14648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472873D-2509-6C8D-A9C7-AC6EDFE25268}"/>
              </a:ext>
            </a:extLst>
          </p:cNvPr>
          <p:cNvSpPr txBox="1"/>
          <p:nvPr/>
        </p:nvSpPr>
        <p:spPr>
          <a:xfrm>
            <a:off x="8610600" y="2448580"/>
            <a:ext cx="1477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Nikish Chandra  –</a:t>
            </a:r>
          </a:p>
          <a:p>
            <a:pPr algn="ctr"/>
            <a:r>
              <a:rPr lang="en-US" sz="1400" b="1" dirty="0"/>
              <a:t>VP MIS</a:t>
            </a:r>
            <a:endParaRPr lang="en-IN" sz="14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6483F5-BA4B-30F9-749E-74E5F5DDF1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3845121"/>
            <a:ext cx="1477519" cy="146316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8582E4E-76E5-1D74-5632-70FA2C568573}"/>
              </a:ext>
            </a:extLst>
          </p:cNvPr>
          <p:cNvSpPr txBox="1"/>
          <p:nvPr/>
        </p:nvSpPr>
        <p:spPr>
          <a:xfrm>
            <a:off x="8746815" y="5420380"/>
            <a:ext cx="1357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Pankaj Kakkar –</a:t>
            </a:r>
          </a:p>
          <a:p>
            <a:pPr algn="ctr"/>
            <a:r>
              <a:rPr lang="en-US" sz="1400" b="1" dirty="0"/>
              <a:t>VP – T &amp; Q</a:t>
            </a:r>
            <a:endParaRPr lang="en-IN" sz="14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D33B7C2-CFE8-B337-258F-9CF87A0F02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7373" y="3845121"/>
            <a:ext cx="6096528" cy="147078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7A239A7-F334-9982-8651-2240F07844E9}"/>
              </a:ext>
            </a:extLst>
          </p:cNvPr>
          <p:cNvSpPr txBox="1"/>
          <p:nvPr/>
        </p:nvSpPr>
        <p:spPr>
          <a:xfrm>
            <a:off x="1981200" y="5420380"/>
            <a:ext cx="1846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Bhoop Singh Panwar –</a:t>
            </a:r>
          </a:p>
          <a:p>
            <a:pPr algn="ctr"/>
            <a:r>
              <a:rPr lang="en-US" sz="1400" b="1" dirty="0"/>
              <a:t>V.P Administration </a:t>
            </a:r>
            <a:endParaRPr lang="en-IN" sz="1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373888-969B-3357-957C-D18C686DF75E}"/>
              </a:ext>
            </a:extLst>
          </p:cNvPr>
          <p:cNvSpPr txBox="1"/>
          <p:nvPr/>
        </p:nvSpPr>
        <p:spPr>
          <a:xfrm>
            <a:off x="4495800" y="5420380"/>
            <a:ext cx="1457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Sameer Grover –</a:t>
            </a:r>
          </a:p>
          <a:p>
            <a:pPr algn="ctr"/>
            <a:r>
              <a:rPr lang="en-US" sz="1400" b="1" dirty="0"/>
              <a:t>V.P I.T Ops</a:t>
            </a:r>
            <a:endParaRPr lang="en-IN" sz="1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217988-D941-B0A4-A821-AB7BA9986144}"/>
              </a:ext>
            </a:extLst>
          </p:cNvPr>
          <p:cNvSpPr txBox="1"/>
          <p:nvPr/>
        </p:nvSpPr>
        <p:spPr>
          <a:xfrm>
            <a:off x="6553200" y="5420380"/>
            <a:ext cx="1957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Vineet Grover –</a:t>
            </a:r>
          </a:p>
          <a:p>
            <a:pPr algn="ctr"/>
            <a:r>
              <a:rPr lang="en-US" sz="1400" b="1" dirty="0"/>
              <a:t>V.P Finance &amp; Accounts </a:t>
            </a:r>
            <a:endParaRPr lang="en-IN" sz="1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10311" y="72644"/>
            <a:ext cx="3766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F2F2C"/>
                </a:solidFill>
              </a:rPr>
              <a:t>Business</a:t>
            </a:r>
            <a:r>
              <a:rPr sz="3600" spc="-114" dirty="0">
                <a:solidFill>
                  <a:srgbClr val="2F2F2C"/>
                </a:solidFill>
              </a:rPr>
              <a:t> </a:t>
            </a:r>
            <a:r>
              <a:rPr sz="3600" spc="-5" dirty="0">
                <a:solidFill>
                  <a:srgbClr val="2F2F2C"/>
                </a:solidFill>
              </a:rPr>
              <a:t>Head</a:t>
            </a:r>
            <a:endParaRPr sz="360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7" name="Picture 6" descr="A group of men in a diagram&#10;&#10;AI-generated content may be incorrect.">
            <a:extLst>
              <a:ext uri="{FF2B5EF4-FFF2-40B4-BE49-F238E27FC236}">
                <a16:creationId xmlns:a16="http://schemas.microsoft.com/office/drawing/2014/main" id="{C317C3B7-074A-2B91-2DDD-5BC178CFC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14759" r="7484" b="25074"/>
          <a:stretch/>
        </p:blipFill>
        <p:spPr>
          <a:xfrm>
            <a:off x="1371601" y="635410"/>
            <a:ext cx="10259288" cy="54605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380" y="260096"/>
            <a:ext cx="7917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2F2F2C"/>
                </a:solidFill>
                <a:latin typeface="Tahoma"/>
                <a:cs typeface="Tahoma"/>
              </a:rPr>
              <a:t>Our</a:t>
            </a:r>
            <a:r>
              <a:rPr sz="3600" spc="-6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-5" dirty="0">
                <a:solidFill>
                  <a:srgbClr val="2F2F2C"/>
                </a:solidFill>
                <a:latin typeface="Tahoma"/>
                <a:cs typeface="Tahoma"/>
              </a:rPr>
              <a:t>diverse</a:t>
            </a:r>
            <a:r>
              <a:rPr sz="3600" spc="-6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15" dirty="0">
                <a:solidFill>
                  <a:srgbClr val="2F2F2C"/>
                </a:solidFill>
                <a:latin typeface="Tahoma"/>
                <a:cs typeface="Tahoma"/>
              </a:rPr>
              <a:t>client</a:t>
            </a:r>
            <a:r>
              <a:rPr sz="3600" spc="-8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25" dirty="0">
                <a:solidFill>
                  <a:srgbClr val="2F2F2C"/>
                </a:solidFill>
                <a:latin typeface="Tahoma"/>
                <a:cs typeface="Tahoma"/>
              </a:rPr>
              <a:t>portfolio</a:t>
            </a:r>
            <a:r>
              <a:rPr sz="3600" spc="-85" dirty="0">
                <a:solidFill>
                  <a:srgbClr val="2F2F2C"/>
                </a:solidFill>
                <a:latin typeface="Tahoma"/>
                <a:cs typeface="Tahoma"/>
              </a:rPr>
              <a:t> </a:t>
            </a:r>
            <a:r>
              <a:rPr sz="3600" spc="-60" dirty="0">
                <a:solidFill>
                  <a:srgbClr val="2F2F2C"/>
                </a:solidFill>
                <a:latin typeface="Tahoma"/>
                <a:cs typeface="Tahoma"/>
              </a:rPr>
              <a:t>(India)</a:t>
            </a:r>
            <a:endParaRPr sz="3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rcRect r="19556"/>
          <a:stretch/>
        </p:blipFill>
        <p:spPr>
          <a:xfrm>
            <a:off x="1484374" y="1021080"/>
            <a:ext cx="9488425" cy="51313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06270" y="1295400"/>
            <a:ext cx="1598930" cy="424180"/>
          </a:xfrm>
          <a:prstGeom prst="rect">
            <a:avLst/>
          </a:prstGeom>
          <a:solidFill>
            <a:srgbClr val="D6E3F0"/>
          </a:solidFill>
        </p:spPr>
        <p:txBody>
          <a:bodyPr vert="horz" wrap="square" lIns="0" tIns="12065" rIns="0" bIns="0" rtlCol="0">
            <a:spAutoFit/>
          </a:bodyPr>
          <a:lstStyle/>
          <a:p>
            <a:pPr marL="478155" marR="385445" indent="-889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latin typeface="Tahoma"/>
                <a:cs typeface="Tahoma"/>
              </a:rPr>
              <a:t>Tele</a:t>
            </a:r>
            <a:r>
              <a:rPr sz="1200" b="1" spc="-10" dirty="0">
                <a:latin typeface="Tahoma"/>
                <a:cs typeface="Tahoma"/>
              </a:rPr>
              <a:t>c</a:t>
            </a:r>
            <a:r>
              <a:rPr sz="1200" b="1" spc="-5" dirty="0">
                <a:latin typeface="Tahoma"/>
                <a:cs typeface="Tahoma"/>
              </a:rPr>
              <a:t>o</a:t>
            </a:r>
            <a:r>
              <a:rPr sz="1200" b="1" spc="-20" dirty="0">
                <a:latin typeface="Tahoma"/>
                <a:cs typeface="Tahoma"/>
              </a:rPr>
              <a:t>m</a:t>
            </a:r>
            <a:r>
              <a:rPr sz="1200" b="1" spc="-5" dirty="0">
                <a:latin typeface="Tahoma"/>
                <a:cs typeface="Tahoma"/>
              </a:rPr>
              <a:t> </a:t>
            </a:r>
            <a:r>
              <a:rPr sz="1200" b="1" spc="55" dirty="0">
                <a:latin typeface="Tahoma"/>
                <a:cs typeface="Tahoma"/>
              </a:rPr>
              <a:t>&amp;  </a:t>
            </a:r>
            <a:r>
              <a:rPr sz="1200" b="1" spc="-15" dirty="0">
                <a:latin typeface="Tahoma"/>
                <a:cs typeface="Tahoma"/>
              </a:rPr>
              <a:t>Wireless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80184" y="1253223"/>
            <a:ext cx="1598930" cy="424180"/>
          </a:xfrm>
          <a:prstGeom prst="rect">
            <a:avLst/>
          </a:prstGeom>
          <a:solidFill>
            <a:srgbClr val="D6E3F0"/>
          </a:solidFill>
        </p:spPr>
        <p:txBody>
          <a:bodyPr vert="horz" wrap="square" lIns="0" tIns="10350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15"/>
              </a:spcBef>
            </a:pPr>
            <a:r>
              <a:rPr sz="1200" b="1" spc="15" dirty="0">
                <a:latin typeface="Tahoma"/>
                <a:cs typeface="Tahoma"/>
              </a:rPr>
              <a:t>BFS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7894" y="3862042"/>
            <a:ext cx="1598930" cy="382156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2700" rIns="0" bIns="0" rtlCol="0">
            <a:spAutoFit/>
          </a:bodyPr>
          <a:lstStyle/>
          <a:p>
            <a:pPr marL="377825" marR="373380" indent="17780">
              <a:lnSpc>
                <a:spcPct val="100000"/>
              </a:lnSpc>
              <a:spcBef>
                <a:spcPts val="100"/>
              </a:spcBef>
            </a:pPr>
            <a:r>
              <a:rPr lang="en-US" sz="1200" b="1" spc="-10" dirty="0">
                <a:latin typeface="Tahoma"/>
                <a:cs typeface="Tahoma"/>
              </a:rPr>
              <a:t>Consumer Electronics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9889" y="3845052"/>
            <a:ext cx="1597660" cy="424180"/>
          </a:xfrm>
          <a:prstGeom prst="rect">
            <a:avLst/>
          </a:prstGeom>
          <a:solidFill>
            <a:srgbClr val="D6E3F0"/>
          </a:solidFill>
        </p:spPr>
        <p:txBody>
          <a:bodyPr vert="horz" wrap="square" lIns="0" tIns="104139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819"/>
              </a:spcBef>
            </a:pPr>
            <a:r>
              <a:rPr sz="1200" b="1" spc="5" dirty="0">
                <a:latin typeface="Tahoma"/>
                <a:cs typeface="Tahoma"/>
              </a:rPr>
              <a:t>Healthcare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8619" y="1252220"/>
            <a:ext cx="1598930" cy="382797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3335" rIns="0" bIns="0" rtlCol="0">
            <a:spAutoFit/>
          </a:bodyPr>
          <a:lstStyle/>
          <a:p>
            <a:pPr marL="356235" marR="142240" indent="-207645">
              <a:lnSpc>
                <a:spcPct val="100000"/>
              </a:lnSpc>
              <a:spcBef>
                <a:spcPts val="105"/>
              </a:spcBef>
            </a:pPr>
            <a:r>
              <a:rPr lang="en-IN" sz="1200" b="1" dirty="0">
                <a:latin typeface="Tahoma"/>
                <a:cs typeface="Tahoma"/>
              </a:rPr>
              <a:t>Ma</a:t>
            </a:r>
            <a:r>
              <a:rPr lang="en-IN" sz="1200" b="1" spc="5" dirty="0">
                <a:latin typeface="Tahoma"/>
                <a:cs typeface="Tahoma"/>
              </a:rPr>
              <a:t>n</a:t>
            </a:r>
            <a:r>
              <a:rPr lang="en-IN" sz="1200" b="1" spc="-10" dirty="0">
                <a:latin typeface="Tahoma"/>
                <a:cs typeface="Tahoma"/>
              </a:rPr>
              <a:t>uf</a:t>
            </a:r>
            <a:r>
              <a:rPr lang="en-IN" sz="1200" b="1" dirty="0">
                <a:latin typeface="Tahoma"/>
                <a:cs typeface="Tahoma"/>
              </a:rPr>
              <a:t>ac</a:t>
            </a:r>
            <a:r>
              <a:rPr lang="en-IN" sz="1200" b="1" spc="-10" dirty="0">
                <a:latin typeface="Tahoma"/>
                <a:cs typeface="Tahoma"/>
              </a:rPr>
              <a:t>tu</a:t>
            </a:r>
            <a:r>
              <a:rPr lang="en-IN" sz="1200" b="1" dirty="0">
                <a:latin typeface="Tahoma"/>
                <a:cs typeface="Tahoma"/>
              </a:rPr>
              <a:t>ri</a:t>
            </a:r>
            <a:r>
              <a:rPr lang="en-IN" sz="1200" b="1" spc="10" dirty="0">
                <a:latin typeface="Tahoma"/>
                <a:cs typeface="Tahoma"/>
              </a:rPr>
              <a:t>ng</a:t>
            </a:r>
            <a:r>
              <a:rPr lang="en-IN" sz="1200" b="1" spc="-20" dirty="0">
                <a:latin typeface="Tahoma"/>
                <a:cs typeface="Tahoma"/>
              </a:rPr>
              <a:t> </a:t>
            </a:r>
            <a:r>
              <a:rPr lang="en-IN" sz="1200" b="1" spc="55" dirty="0">
                <a:latin typeface="Tahoma"/>
                <a:cs typeface="Tahoma"/>
              </a:rPr>
              <a:t>&amp;  </a:t>
            </a:r>
            <a:r>
              <a:rPr lang="en-IN" sz="1200" b="1" spc="-5" dirty="0">
                <a:latin typeface="Tahoma"/>
                <a:cs typeface="Tahoma"/>
              </a:rPr>
              <a:t>Automotive</a:t>
            </a:r>
            <a:endParaRPr lang="en-IN" sz="12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80184" y="3825668"/>
            <a:ext cx="1598930" cy="289822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04139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819"/>
              </a:spcBef>
            </a:pPr>
            <a:r>
              <a:rPr lang="en-US" sz="1200" b="1" spc="-10" dirty="0">
                <a:latin typeface="Tahoma"/>
                <a:cs typeface="Tahoma"/>
              </a:rPr>
              <a:t>Food Tech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3796079-ED9E-DCAA-698D-6729F30B9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16" b="27063"/>
          <a:stretch/>
        </p:blipFill>
        <p:spPr>
          <a:xfrm>
            <a:off x="6773217" y="2164934"/>
            <a:ext cx="1412864" cy="6930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31A3260-7B6D-207D-FCBE-DEE437090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270" y="1765759"/>
            <a:ext cx="1660554" cy="15745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2638589-B61B-338E-87B1-EAE8D53F0F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529" b="30544"/>
          <a:stretch/>
        </p:blipFill>
        <p:spPr>
          <a:xfrm>
            <a:off x="8799588" y="2096199"/>
            <a:ext cx="1908038" cy="951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B475EE9-48E7-284E-D606-AA0701C0C1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704"/>
          <a:stretch/>
        </p:blipFill>
        <p:spPr>
          <a:xfrm>
            <a:off x="4524089" y="1997669"/>
            <a:ext cx="1086155" cy="9698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D0E3E37-D38A-FEA9-D7E5-89BCA280911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763" r="28527"/>
          <a:stretch/>
        </p:blipFill>
        <p:spPr>
          <a:xfrm>
            <a:off x="4318619" y="4359893"/>
            <a:ext cx="1497097" cy="1304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8C7A9C-7201-8E30-0645-BD9064B8278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4000" b="24001"/>
          <a:stretch/>
        </p:blipFill>
        <p:spPr>
          <a:xfrm>
            <a:off x="2054754" y="4730358"/>
            <a:ext cx="1497098" cy="43741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19908C3-58E5-ED8E-CD62-09998C39C52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7937" b="30333"/>
          <a:stretch/>
        </p:blipFill>
        <p:spPr>
          <a:xfrm>
            <a:off x="6508099" y="4603022"/>
            <a:ext cx="1943100" cy="763137"/>
          </a:xfrm>
          <a:prstGeom prst="rect">
            <a:avLst/>
          </a:prstGeom>
        </p:spPr>
      </p:pic>
      <p:sp>
        <p:nvSpPr>
          <p:cNvPr id="35" name="object 6">
            <a:extLst>
              <a:ext uri="{FF2B5EF4-FFF2-40B4-BE49-F238E27FC236}">
                <a16:creationId xmlns:a16="http://schemas.microsoft.com/office/drawing/2014/main" id="{349DE62D-DB42-CF83-E835-1EAC72F96FC8}"/>
              </a:ext>
            </a:extLst>
          </p:cNvPr>
          <p:cNvSpPr txBox="1"/>
          <p:nvPr/>
        </p:nvSpPr>
        <p:spPr>
          <a:xfrm>
            <a:off x="8994349" y="3810001"/>
            <a:ext cx="1598930" cy="424180"/>
          </a:xfrm>
          <a:prstGeom prst="rect">
            <a:avLst/>
          </a:prstGeom>
          <a:solidFill>
            <a:srgbClr val="D6E3F0"/>
          </a:solidFill>
        </p:spPr>
        <p:txBody>
          <a:bodyPr vert="horz" wrap="square" lIns="0" tIns="10350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15"/>
              </a:spcBef>
            </a:pPr>
            <a:r>
              <a:rPr sz="1200" b="1" spc="15" dirty="0">
                <a:latin typeface="Tahoma"/>
                <a:cs typeface="Tahoma"/>
              </a:rPr>
              <a:t>BFS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ED36475-96F3-2132-9114-0221A7737B0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8646" b="29625"/>
          <a:stretch/>
        </p:blipFill>
        <p:spPr>
          <a:xfrm>
            <a:off x="8884486" y="4639365"/>
            <a:ext cx="1943100" cy="763138"/>
          </a:xfrm>
          <a:prstGeom prst="rect">
            <a:avLst/>
          </a:prstGeom>
        </p:spPr>
      </p:pic>
      <p:sp>
        <p:nvSpPr>
          <p:cNvPr id="5" name="object 11">
            <a:extLst>
              <a:ext uri="{FF2B5EF4-FFF2-40B4-BE49-F238E27FC236}">
                <a16:creationId xmlns:a16="http://schemas.microsoft.com/office/drawing/2014/main" id="{1552AD6B-E4B6-79ED-6335-09BE38D7EB21}"/>
              </a:ext>
            </a:extLst>
          </p:cNvPr>
          <p:cNvSpPr txBox="1"/>
          <p:nvPr/>
        </p:nvSpPr>
        <p:spPr>
          <a:xfrm>
            <a:off x="9041749" y="1273914"/>
            <a:ext cx="1598930" cy="382797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3335" rIns="0" bIns="0" rtlCol="0">
            <a:spAutoFit/>
          </a:bodyPr>
          <a:lstStyle/>
          <a:p>
            <a:pPr marL="356235" marR="142240" indent="-207645">
              <a:lnSpc>
                <a:spcPct val="100000"/>
              </a:lnSpc>
              <a:spcBef>
                <a:spcPts val="105"/>
              </a:spcBef>
            </a:pPr>
            <a:r>
              <a:rPr lang="en-IN" sz="1200" b="1" dirty="0">
                <a:latin typeface="Tahoma"/>
                <a:cs typeface="Tahoma"/>
              </a:rPr>
              <a:t>Ma</a:t>
            </a:r>
            <a:r>
              <a:rPr lang="en-IN" sz="1200" b="1" spc="5" dirty="0">
                <a:latin typeface="Tahoma"/>
                <a:cs typeface="Tahoma"/>
              </a:rPr>
              <a:t>n</a:t>
            </a:r>
            <a:r>
              <a:rPr lang="en-IN" sz="1200" b="1" spc="-10" dirty="0">
                <a:latin typeface="Tahoma"/>
                <a:cs typeface="Tahoma"/>
              </a:rPr>
              <a:t>uf</a:t>
            </a:r>
            <a:r>
              <a:rPr lang="en-IN" sz="1200" b="1" dirty="0">
                <a:latin typeface="Tahoma"/>
                <a:cs typeface="Tahoma"/>
              </a:rPr>
              <a:t>ac</a:t>
            </a:r>
            <a:r>
              <a:rPr lang="en-IN" sz="1200" b="1" spc="-10" dirty="0">
                <a:latin typeface="Tahoma"/>
                <a:cs typeface="Tahoma"/>
              </a:rPr>
              <a:t>tu</a:t>
            </a:r>
            <a:r>
              <a:rPr lang="en-IN" sz="1200" b="1" dirty="0">
                <a:latin typeface="Tahoma"/>
                <a:cs typeface="Tahoma"/>
              </a:rPr>
              <a:t>ri</a:t>
            </a:r>
            <a:r>
              <a:rPr lang="en-IN" sz="1200" b="1" spc="10" dirty="0">
                <a:latin typeface="Tahoma"/>
                <a:cs typeface="Tahoma"/>
              </a:rPr>
              <a:t>ng</a:t>
            </a:r>
            <a:r>
              <a:rPr lang="en-IN" sz="1200" b="1" spc="-20" dirty="0">
                <a:latin typeface="Tahoma"/>
                <a:cs typeface="Tahoma"/>
              </a:rPr>
              <a:t> </a:t>
            </a:r>
            <a:r>
              <a:rPr lang="en-IN" sz="1200" b="1" spc="55" dirty="0">
                <a:latin typeface="Tahoma"/>
                <a:cs typeface="Tahoma"/>
              </a:rPr>
              <a:t>&amp;  </a:t>
            </a:r>
            <a:r>
              <a:rPr lang="en-IN" sz="1200" b="1" spc="-5" dirty="0">
                <a:latin typeface="Tahoma"/>
                <a:cs typeface="Tahoma"/>
              </a:rPr>
              <a:t>Automotive</a:t>
            </a:r>
            <a:endParaRPr lang="en-IN" sz="1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96F5-C46E-57C8-E592-B9B4EBF67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>
            <a:extLst>
              <a:ext uri="{FF2B5EF4-FFF2-40B4-BE49-F238E27FC236}">
                <a16:creationId xmlns:a16="http://schemas.microsoft.com/office/drawing/2014/main" id="{362C09CF-E6FF-6FFA-7F9C-C199899325A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837E9B03-65D7-BB89-9CC6-3955A40A6A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0311" y="72644"/>
            <a:ext cx="502848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solidFill>
                  <a:srgbClr val="2F2F2C"/>
                </a:solidFill>
              </a:rPr>
              <a:t>HR Team : Gurgaon</a:t>
            </a:r>
            <a:endParaRPr sz="3600" dirty="0"/>
          </a:p>
        </p:txBody>
      </p:sp>
      <p:pic>
        <p:nvPicPr>
          <p:cNvPr id="4" name="Picture 3" descr="A group of people with their names&#10;&#10;AI-generated content may be incorrect.">
            <a:extLst>
              <a:ext uri="{FF2B5EF4-FFF2-40B4-BE49-F238E27FC236}">
                <a16:creationId xmlns:a16="http://schemas.microsoft.com/office/drawing/2014/main" id="{244DC703-A60D-9331-71DC-CD4861F28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5"/>
          <a:stretch>
            <a:fillRect/>
          </a:stretch>
        </p:blipFill>
        <p:spPr>
          <a:xfrm>
            <a:off x="762000" y="639467"/>
            <a:ext cx="11376786" cy="560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64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</a:pPr>
            <a:r>
              <a:rPr dirty="0"/>
              <a:t>Thank</a:t>
            </a:r>
            <a:r>
              <a:rPr spc="-95" dirty="0"/>
              <a:t> </a:t>
            </a:r>
            <a:r>
              <a:rPr dirty="0"/>
              <a:t>You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339</Words>
  <Application>Microsoft Office PowerPoint</Application>
  <PresentationFormat>Widescreen</PresentationFormat>
  <Paragraphs>82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 MT</vt:lpstr>
      <vt:lpstr>Calibri</vt:lpstr>
      <vt:lpstr>Tahoma</vt:lpstr>
      <vt:lpstr>Verdana</vt:lpstr>
      <vt:lpstr>Office Theme</vt:lpstr>
      <vt:lpstr>PowerPoint Presentation</vt:lpstr>
      <vt:lpstr>About Startek</vt:lpstr>
      <vt:lpstr>Locations in India &amp; Global</vt:lpstr>
      <vt:lpstr>Our India footprint</vt:lpstr>
      <vt:lpstr>India Leadership Team</vt:lpstr>
      <vt:lpstr>Business Head</vt:lpstr>
      <vt:lpstr>Our diverse client portfolio (India)</vt:lpstr>
      <vt:lpstr>HR Team : Gurgaon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Rebecca Gautrey</dc:creator>
  <cp:lastModifiedBy>Shikha Raj Singh</cp:lastModifiedBy>
  <cp:revision>21</cp:revision>
  <dcterms:created xsi:type="dcterms:W3CDTF">2024-07-24T06:42:17Z</dcterms:created>
  <dcterms:modified xsi:type="dcterms:W3CDTF">2025-08-13T10:56:49Z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2024-07-24T00:00:00Z</vt:filetime>
  </property>
</Properties>
</file>