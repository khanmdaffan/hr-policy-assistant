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4164B-4219-1C46-B100-1218A3D95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EB0CCE-F63C-7402-064D-1573803B2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DF4B0-AF35-E139-F8A7-F568DC16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636D-473A-4C68-B420-1541DE799E01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106C7-7A68-5E25-08E5-485215533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0A8DB-B4D8-AFFC-7075-38038240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AB761-BA95-4200-B86E-3674ACC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924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CDF42-4295-EFED-0627-55B62EDDF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A8719-5AD4-5060-DC42-ED0C4752D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87FB0-DDA8-6250-06E8-D8B667A59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636D-473A-4C68-B420-1541DE799E01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57580-AB29-6572-6118-59306317C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A861D-B177-7320-8ADC-53913ABE4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AB761-BA95-4200-B86E-3674ACC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770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DE9D3-3C70-25BB-D4F0-95BF1B2AF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71669-C040-C5A3-6A5E-8C8799BA0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87084-6451-8C50-5849-8055E5C86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636D-473A-4C68-B420-1541DE799E01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943E1-D17F-8662-099D-0CBA90583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3B5A9-AE19-DE82-6281-A1CD37DB6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AB761-BA95-4200-B86E-3674ACC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5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4479-D7EC-5493-E976-0B5D6566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E9384-5D4D-EF04-7F3A-08F018FF68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8F2B4-C31D-8E48-2198-50ECE2CB7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E8481-AA34-8447-F80D-7C472BA0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636D-473A-4C68-B420-1541DE799E01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09646-E9F0-9AC3-EA04-49B2E7E3F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D51AD-5C9D-3F72-CDEB-B9A838938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AB761-BA95-4200-B86E-3674ACC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704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3126-BB38-F5AD-84AA-BA362EDFB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914D6-EF84-F6F8-A458-AA4C21320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DD2ED-0AD6-1A20-D73F-C924733D0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31B374-8995-F7CE-E000-FDF7EB0F7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604A56-4C7A-19AD-306A-D06A22102D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1F0D1B-CEE4-939D-7762-CC4658663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636D-473A-4C68-B420-1541DE799E01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4DE48C-B94C-E0C4-7421-66B6A7EC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E1DEA2-68C2-FF46-C407-3F825D95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AB761-BA95-4200-B86E-3674ACC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89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5392D-BA98-4DE8-1F64-8CF341819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E4A3C-FAF6-9BFD-E2E0-EB5D0DF8B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636D-473A-4C68-B420-1541DE799E01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835F84-ED00-B2B9-3B15-D0C889D86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9F9D39-1BA9-8123-064C-DF4BAF55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AB761-BA95-4200-B86E-3674ACC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23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77E6D-7C51-26E8-1106-6E29E2F95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636D-473A-4C68-B420-1541DE799E01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D7C4B7-A21D-0BF7-A49F-57260499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A316A-1A93-AC89-F853-86BFAF7DA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AB761-BA95-4200-B86E-3674ACC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875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D874-5478-C395-1F6F-F8F55930D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6FB7E-0124-FD17-10DD-20FF56130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59D3E1-5B74-249B-EE9B-BCC18F47D3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66F6E-1B52-7571-89AB-B1AA377EF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636D-473A-4C68-B420-1541DE799E01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E3D0E-202E-C939-F0CE-F10C0BE0B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2773E-B55E-C2CC-4F9C-0536A37CB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AB761-BA95-4200-B86E-3674ACC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351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3A578-5F3E-7DDA-9FF9-555597AB3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148AD-C5D9-5577-D9EB-7A2EFA89A7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1BEBA-AA62-511C-D9BD-60CDA090C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18454-B281-6B56-87C2-18E0A6D54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636D-473A-4C68-B420-1541DE799E01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F18D5-CEED-406A-19D0-87A2F993D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92ECC-F39B-8252-7BD8-ED5BF2B6F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AB761-BA95-4200-B86E-3674ACC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194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223D0-BC27-166F-A9B7-F45C1A89C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375456-A49C-7AC4-B634-619A5F1F0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96AB8-E023-8566-E0EA-A7A7162AD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636D-473A-4C68-B420-1541DE799E01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FA6CB-6AEC-CE04-8783-FFC02AC81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1AEFF-30AB-E8B7-7A7F-5AD841BD5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AB761-BA95-4200-B86E-3674ACC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081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654F72-B26F-94A1-92F1-EF5493C133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6C1AB5-024D-0A7F-6623-0540FDF2F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DAD6F-85B2-873C-B705-524DDBAA1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636D-473A-4C68-B420-1541DE799E01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56967-973F-B703-2882-16ABC2181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B1681-0131-0A1E-7A83-9D819D8FE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AB761-BA95-4200-B86E-3674ACC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53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410A36-A545-3693-0D18-5F52AE069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F165E-BCB4-FF0C-9F68-060ECFC1B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E857B-EB16-789E-39D8-E7AABC4E37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D636D-473A-4C68-B420-1541DE799E01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06FA4-5395-E2AB-7984-A90738405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AED5B-6230-D502-4A6C-AA7BF3727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EAB761-BA95-4200-B86E-3674ACC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01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CD0F-102E-94DF-C3CE-B136CD1CD3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28B08-5050-5AC7-5F79-100714C23E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1327E8-0C05-022D-2405-C187FC9CF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60FF59-04C1-381C-62AC-DCAE14121B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944" t="91110" r="17967" b="-265"/>
          <a:stretch/>
        </p:blipFill>
        <p:spPr>
          <a:xfrm>
            <a:off x="40943" y="6230204"/>
            <a:ext cx="12064621" cy="6277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016E86-070C-E2AC-C352-2E4269704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4502" y="113997"/>
            <a:ext cx="1626203" cy="36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441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C45C0F-1B03-F815-86EA-D1FD1F730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FFB14F-80AB-7260-53BA-36E86371BA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944" t="91110" r="17967" b="-265"/>
          <a:stretch/>
        </p:blipFill>
        <p:spPr>
          <a:xfrm>
            <a:off x="9097" y="6243851"/>
            <a:ext cx="12096467" cy="6277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87FDA2-2EC7-EBE0-87ED-49DFFB745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4502" y="113997"/>
            <a:ext cx="1626203" cy="36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321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89CEB948769E43B7DA446D7150E8A9" ma:contentTypeVersion="15" ma:contentTypeDescription="Create a new document." ma:contentTypeScope="" ma:versionID="03ad52da5e0532d54598c1c16c2a1a9b">
  <xsd:schema xmlns:xsd="http://www.w3.org/2001/XMLSchema" xmlns:xs="http://www.w3.org/2001/XMLSchema" xmlns:p="http://schemas.microsoft.com/office/2006/metadata/properties" xmlns:ns3="64ca23e0-f316-4131-ba33-3f11222ed3a8" xmlns:ns4="00537a6b-e00d-46a3-80e0-3a58012107ef" targetNamespace="http://schemas.microsoft.com/office/2006/metadata/properties" ma:root="true" ma:fieldsID="96fd3cced0cf72e95efecd8c00a35118" ns3:_="" ns4:_="">
    <xsd:import namespace="64ca23e0-f316-4131-ba33-3f11222ed3a8"/>
    <xsd:import namespace="00537a6b-e00d-46a3-80e0-3a58012107e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CR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ca23e0-f316-4131-ba33-3f11222ed3a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537a6b-e00d-46a3-80e0-3a58012107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0537a6b-e00d-46a3-80e0-3a58012107ef" xsi:nil="true"/>
  </documentManagement>
</p:properties>
</file>

<file path=customXml/itemProps1.xml><?xml version="1.0" encoding="utf-8"?>
<ds:datastoreItem xmlns:ds="http://schemas.openxmlformats.org/officeDocument/2006/customXml" ds:itemID="{B53C488D-EB6B-4CA2-908D-46988FAC6E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ca23e0-f316-4131-ba33-3f11222ed3a8"/>
    <ds:schemaRef ds:uri="00537a6b-e00d-46a3-80e0-3a58012107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8F4E55-85DE-4BCF-983B-F1A61E14EF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939126-8666-4F74-86B3-C8F103F2DCE9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64ca23e0-f316-4131-ba33-3f11222ed3a8"/>
    <ds:schemaRef ds:uri="http://schemas.microsoft.com/office/infopath/2007/PartnerControls"/>
    <ds:schemaRef ds:uri="00537a6b-e00d-46a3-80e0-3a58012107ef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Shikha Raj Singh</dc:creator>
  <cp:lastModifiedBy>Shikha Raj Singh</cp:lastModifiedBy>
  <cp:revision>1</cp:revision>
  <dcterms:created xsi:type="dcterms:W3CDTF">2025-07-23T05:26:42Z</dcterms:created>
  <dcterms:modified xsi:type="dcterms:W3CDTF">2025-07-23T05:29:25Z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0x010100B289CEB948769E43B7DA446D7150E8A9</vt:lpwstr>
  </property>
</Properties>
</file>